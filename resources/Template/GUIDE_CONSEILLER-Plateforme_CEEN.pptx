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678" r:id="rId5"/>
  </p:sldMasterIdLst>
  <p:notesMasterIdLst>
    <p:notesMasterId r:id="rId35"/>
  </p:notesMasterIdLst>
  <p:handoutMasterIdLst>
    <p:handoutMasterId r:id="rId36"/>
  </p:handoutMasterIdLst>
  <p:sldIdLst>
    <p:sldId id="371" r:id="rId6"/>
    <p:sldId id="302" r:id="rId7"/>
    <p:sldId id="309" r:id="rId8"/>
    <p:sldId id="273" r:id="rId9"/>
    <p:sldId id="274" r:id="rId10"/>
    <p:sldId id="379" r:id="rId11"/>
    <p:sldId id="275" r:id="rId12"/>
    <p:sldId id="278" r:id="rId13"/>
    <p:sldId id="279" r:id="rId14"/>
    <p:sldId id="287" r:id="rId15"/>
    <p:sldId id="291" r:id="rId16"/>
    <p:sldId id="293" r:id="rId17"/>
    <p:sldId id="378" r:id="rId18"/>
    <p:sldId id="380" r:id="rId19"/>
    <p:sldId id="276" r:id="rId20"/>
    <p:sldId id="289" r:id="rId21"/>
    <p:sldId id="375" r:id="rId22"/>
    <p:sldId id="381" r:id="rId23"/>
    <p:sldId id="298" r:id="rId24"/>
    <p:sldId id="308" r:id="rId25"/>
    <p:sldId id="382" r:id="rId26"/>
    <p:sldId id="280" r:id="rId27"/>
    <p:sldId id="281" r:id="rId28"/>
    <p:sldId id="373" r:id="rId29"/>
    <p:sldId id="284" r:id="rId30"/>
    <p:sldId id="374" r:id="rId31"/>
    <p:sldId id="285" r:id="rId32"/>
    <p:sldId id="383" r:id="rId33"/>
    <p:sldId id="376" r:id="rId34"/>
  </p:sldIdLst>
  <p:sldSz cx="12192000" cy="6858000"/>
  <p:notesSz cx="7104063" cy="10234613"/>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224" userDrawn="1">
          <p15:clr>
            <a:srgbClr val="A4A3A4"/>
          </p15:clr>
        </p15:guide>
        <p15:guide id="2" pos="2238"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8306D76-E7FF-E91F-AD53-B38BF853FDC7}" name="DUJARDIN Aurelien" initials="AD" userId="S::aurelien.dujardin@normandie.fr::a320e352-8c7a-4a97-a819-19e20ed771fd" providerId="AD"/>
  <p188:author id="{09C3D3CE-6561-4D9C-DAB4-C0B8ED171B7E}" name="CARO Anne-Gaelle" initials="AC" userId="S::Anne-Gaelle.CARO@normandie.fr::891f9c07-9650-4e0e-9928-b797a3b0419d" providerId="AD"/>
  <p188:author id="{308DD0F9-AB7F-6BE3-A108-10E81A9F1DEF}" name="Brice TANNER (EXT)" initials="BT" userId="S::brice.tanner.ext@up.coop::f03e810a-0757-4eec-bb6c-ee1db7a570d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AD02E"/>
    <a:srgbClr val="FFFFFF"/>
    <a:srgbClr val="F59100"/>
    <a:srgbClr val="FEF6F0"/>
    <a:srgbClr val="19C3FF"/>
    <a:srgbClr val="D0A172"/>
    <a:srgbClr val="C6E6A2"/>
    <a:srgbClr val="53D2FF"/>
    <a:srgbClr val="4C0000"/>
    <a:srgbClr val="9966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A4921C3-E803-4EB4-8FF2-171869189BCC}" v="2" dt="2025-05-22T14:07:35.6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6433" autoAdjust="0"/>
  </p:normalViewPr>
  <p:slideViewPr>
    <p:cSldViewPr>
      <p:cViewPr varScale="1">
        <p:scale>
          <a:sx n="78" d="100"/>
          <a:sy n="78" d="100"/>
        </p:scale>
        <p:origin x="878" y="72"/>
      </p:cViewPr>
      <p:guideLst>
        <p:guide orient="horz" pos="2160"/>
        <p:guide pos="3840"/>
      </p:guideLst>
    </p:cSldViewPr>
  </p:slideViewPr>
  <p:notesTextViewPr>
    <p:cViewPr>
      <p:scale>
        <a:sx n="3" d="2"/>
        <a:sy n="3" d="2"/>
      </p:scale>
      <p:origin x="0" y="0"/>
    </p:cViewPr>
  </p:notesTextViewPr>
  <p:sorterViewPr>
    <p:cViewPr>
      <p:scale>
        <a:sx n="100" d="100"/>
        <a:sy n="100" d="100"/>
      </p:scale>
      <p:origin x="0" y="0"/>
    </p:cViewPr>
  </p:sorterViewPr>
  <p:notesViewPr>
    <p:cSldViewPr>
      <p:cViewPr varScale="1">
        <p:scale>
          <a:sx n="88" d="100"/>
          <a:sy n="88" d="100"/>
        </p:scale>
        <p:origin x="2964" y="108"/>
      </p:cViewPr>
      <p:guideLst>
        <p:guide orient="horz" pos="3224"/>
        <p:guide pos="2238"/>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theme" Target="theme/theme1.xml"/><Relationship Id="rId21" Type="http://schemas.openxmlformats.org/officeDocument/2006/relationships/slide" Target="slides/slide16.xml"/><Relationship Id="rId34" Type="http://schemas.openxmlformats.org/officeDocument/2006/relationships/slide" Target="slides/slide29.xml"/><Relationship Id="rId42" Type="http://schemas.microsoft.com/office/2015/10/relationships/revisionInfo" Target="revisionInfo.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handoutMaster" Target="handoutMasters/handout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notesMaster" Target="notesMasters/notesMaster1.xml"/><Relationship Id="rId43" Type="http://schemas.microsoft.com/office/2018/10/relationships/authors" Target="author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hed BENSALEM (EXT)" userId="769febe6-8524-4e11-a0ca-30120acf8374" providerId="ADAL" clId="{5A4921C3-E803-4EB4-8FF2-171869189BCC}"/>
    <pc:docChg chg="undo custSel modSld">
      <pc:chgData name="Nahed BENSALEM (EXT)" userId="769febe6-8524-4e11-a0ca-30120acf8374" providerId="ADAL" clId="{5A4921C3-E803-4EB4-8FF2-171869189BCC}" dt="2025-05-22T14:19:51.884" v="48" actId="1076"/>
      <pc:docMkLst>
        <pc:docMk/>
      </pc:docMkLst>
      <pc:sldChg chg="addSp delSp modSp mod">
        <pc:chgData name="Nahed BENSALEM (EXT)" userId="769febe6-8524-4e11-a0ca-30120acf8374" providerId="ADAL" clId="{5A4921C3-E803-4EB4-8FF2-171869189BCC}" dt="2025-05-22T14:07:35.623" v="13" actId="1076"/>
        <pc:sldMkLst>
          <pc:docMk/>
          <pc:sldMk cId="1041171972" sldId="274"/>
        </pc:sldMkLst>
        <pc:picChg chg="add del mod">
          <ac:chgData name="Nahed BENSALEM (EXT)" userId="769febe6-8524-4e11-a0ca-30120acf8374" providerId="ADAL" clId="{5A4921C3-E803-4EB4-8FF2-171869189BCC}" dt="2025-05-22T14:06:52.003" v="4" actId="22"/>
          <ac:picMkLst>
            <pc:docMk/>
            <pc:sldMk cId="1041171972" sldId="274"/>
            <ac:picMk id="3" creationId="{C50F8CFC-4E90-D4BD-3408-23C1507D0A0F}"/>
          </ac:picMkLst>
        </pc:picChg>
        <pc:picChg chg="add del">
          <ac:chgData name="Nahed BENSALEM (EXT)" userId="769febe6-8524-4e11-a0ca-30120acf8374" providerId="ADAL" clId="{5A4921C3-E803-4EB4-8FF2-171869189BCC}" dt="2025-05-22T14:07:13.994" v="6" actId="478"/>
          <ac:picMkLst>
            <pc:docMk/>
            <pc:sldMk cId="1041171972" sldId="274"/>
            <ac:picMk id="4" creationId="{E67795D8-05D3-5445-6DF8-89ACDD0F4F41}"/>
          </ac:picMkLst>
        </pc:picChg>
        <pc:picChg chg="add mod">
          <ac:chgData name="Nahed BENSALEM (EXT)" userId="769febe6-8524-4e11-a0ca-30120acf8374" providerId="ADAL" clId="{5A4921C3-E803-4EB4-8FF2-171869189BCC}" dt="2025-05-22T14:07:23.962" v="11" actId="1076"/>
          <ac:picMkLst>
            <pc:docMk/>
            <pc:sldMk cId="1041171972" sldId="274"/>
            <ac:picMk id="6" creationId="{6C6FD15B-78C5-D8FA-DB05-EB5FBC0FEECD}"/>
          </ac:picMkLst>
        </pc:picChg>
        <pc:picChg chg="mod">
          <ac:chgData name="Nahed BENSALEM (EXT)" userId="769febe6-8524-4e11-a0ca-30120acf8374" providerId="ADAL" clId="{5A4921C3-E803-4EB4-8FF2-171869189BCC}" dt="2025-05-22T14:07:35.623" v="13" actId="1076"/>
          <ac:picMkLst>
            <pc:docMk/>
            <pc:sldMk cId="1041171972" sldId="274"/>
            <ac:picMk id="1026" creationId="{00000000-0000-0000-0000-000000000000}"/>
          </ac:picMkLst>
        </pc:picChg>
      </pc:sldChg>
      <pc:sldChg chg="addSp delSp modSp mod">
        <pc:chgData name="Nahed BENSALEM (EXT)" userId="769febe6-8524-4e11-a0ca-30120acf8374" providerId="ADAL" clId="{5A4921C3-E803-4EB4-8FF2-171869189BCC}" dt="2025-05-22T14:08:43.106" v="21" actId="1076"/>
        <pc:sldMkLst>
          <pc:docMk/>
          <pc:sldMk cId="4062329538" sldId="379"/>
        </pc:sldMkLst>
        <pc:picChg chg="add mod">
          <ac:chgData name="Nahed BENSALEM (EXT)" userId="769febe6-8524-4e11-a0ca-30120acf8374" providerId="ADAL" clId="{5A4921C3-E803-4EB4-8FF2-171869189BCC}" dt="2025-05-22T14:08:34.195" v="19" actId="1076"/>
          <ac:picMkLst>
            <pc:docMk/>
            <pc:sldMk cId="4062329538" sldId="379"/>
            <ac:picMk id="3" creationId="{C12FC1FD-5948-DFC8-EB32-62BB4CC8C067}"/>
          </ac:picMkLst>
        </pc:picChg>
        <pc:picChg chg="del">
          <ac:chgData name="Nahed BENSALEM (EXT)" userId="769febe6-8524-4e11-a0ca-30120acf8374" providerId="ADAL" clId="{5A4921C3-E803-4EB4-8FF2-171869189BCC}" dt="2025-05-22T14:08:23.382" v="14" actId="478"/>
          <ac:picMkLst>
            <pc:docMk/>
            <pc:sldMk cId="4062329538" sldId="379"/>
            <ac:picMk id="6" creationId="{0FD44466-E037-EC7D-0D86-BE12BDA7FD42}"/>
          </ac:picMkLst>
        </pc:picChg>
        <pc:picChg chg="mod ord">
          <ac:chgData name="Nahed BENSALEM (EXT)" userId="769febe6-8524-4e11-a0ca-30120acf8374" providerId="ADAL" clId="{5A4921C3-E803-4EB4-8FF2-171869189BCC}" dt="2025-05-22T14:08:43.106" v="21" actId="1076"/>
          <ac:picMkLst>
            <pc:docMk/>
            <pc:sldMk cId="4062329538" sldId="379"/>
            <ac:picMk id="7" creationId="{88103454-FBD6-0AE9-4D60-3B2C77A14F0E}"/>
          </ac:picMkLst>
        </pc:picChg>
      </pc:sldChg>
      <pc:sldChg chg="addSp delSp modSp mod">
        <pc:chgData name="Nahed BENSALEM (EXT)" userId="769febe6-8524-4e11-a0ca-30120acf8374" providerId="ADAL" clId="{5A4921C3-E803-4EB4-8FF2-171869189BCC}" dt="2025-05-22T14:09:15.353" v="29" actId="1076"/>
        <pc:sldMkLst>
          <pc:docMk/>
          <pc:sldMk cId="3924283079" sldId="380"/>
        </pc:sldMkLst>
        <pc:picChg chg="add mod">
          <ac:chgData name="Nahed BENSALEM (EXT)" userId="769febe6-8524-4e11-a0ca-30120acf8374" providerId="ADAL" clId="{5A4921C3-E803-4EB4-8FF2-171869189BCC}" dt="2025-05-22T14:09:10.236" v="28" actId="14100"/>
          <ac:picMkLst>
            <pc:docMk/>
            <pc:sldMk cId="3924283079" sldId="380"/>
            <ac:picMk id="3" creationId="{002FB90E-9724-0208-62E4-8108ECFAB17F}"/>
          </ac:picMkLst>
        </pc:picChg>
        <pc:picChg chg="del">
          <ac:chgData name="Nahed BENSALEM (EXT)" userId="769febe6-8524-4e11-a0ca-30120acf8374" providerId="ADAL" clId="{5A4921C3-E803-4EB4-8FF2-171869189BCC}" dt="2025-05-22T14:08:53.995" v="22" actId="478"/>
          <ac:picMkLst>
            <pc:docMk/>
            <pc:sldMk cId="3924283079" sldId="380"/>
            <ac:picMk id="6" creationId="{0FD44466-E037-EC7D-0D86-BE12BDA7FD42}"/>
          </ac:picMkLst>
        </pc:picChg>
        <pc:picChg chg="mod ord">
          <ac:chgData name="Nahed BENSALEM (EXT)" userId="769febe6-8524-4e11-a0ca-30120acf8374" providerId="ADAL" clId="{5A4921C3-E803-4EB4-8FF2-171869189BCC}" dt="2025-05-22T14:09:15.353" v="29" actId="1076"/>
          <ac:picMkLst>
            <pc:docMk/>
            <pc:sldMk cId="3924283079" sldId="380"/>
            <ac:picMk id="7" creationId="{88103454-FBD6-0AE9-4D60-3B2C77A14F0E}"/>
          </ac:picMkLst>
        </pc:picChg>
      </pc:sldChg>
      <pc:sldChg chg="addSp delSp modSp mod">
        <pc:chgData name="Nahed BENSALEM (EXT)" userId="769febe6-8524-4e11-a0ca-30120acf8374" providerId="ADAL" clId="{5A4921C3-E803-4EB4-8FF2-171869189BCC}" dt="2025-05-22T14:09:41.342" v="38" actId="1076"/>
        <pc:sldMkLst>
          <pc:docMk/>
          <pc:sldMk cId="489888636" sldId="381"/>
        </pc:sldMkLst>
        <pc:picChg chg="add mod">
          <ac:chgData name="Nahed BENSALEM (EXT)" userId="769febe6-8524-4e11-a0ca-30120acf8374" providerId="ADAL" clId="{5A4921C3-E803-4EB4-8FF2-171869189BCC}" dt="2025-05-22T14:09:37.639" v="37" actId="14100"/>
          <ac:picMkLst>
            <pc:docMk/>
            <pc:sldMk cId="489888636" sldId="381"/>
            <ac:picMk id="3" creationId="{49588B09-6ED2-6C75-571F-2344F3CFD039}"/>
          </ac:picMkLst>
        </pc:picChg>
        <pc:picChg chg="del">
          <ac:chgData name="Nahed BENSALEM (EXT)" userId="769febe6-8524-4e11-a0ca-30120acf8374" providerId="ADAL" clId="{5A4921C3-E803-4EB4-8FF2-171869189BCC}" dt="2025-05-22T14:09:21.420" v="30" actId="478"/>
          <ac:picMkLst>
            <pc:docMk/>
            <pc:sldMk cId="489888636" sldId="381"/>
            <ac:picMk id="6" creationId="{0FD44466-E037-EC7D-0D86-BE12BDA7FD42}"/>
          </ac:picMkLst>
        </pc:picChg>
        <pc:picChg chg="mod ord">
          <ac:chgData name="Nahed BENSALEM (EXT)" userId="769febe6-8524-4e11-a0ca-30120acf8374" providerId="ADAL" clId="{5A4921C3-E803-4EB4-8FF2-171869189BCC}" dt="2025-05-22T14:09:41.342" v="38" actId="1076"/>
          <ac:picMkLst>
            <pc:docMk/>
            <pc:sldMk cId="489888636" sldId="381"/>
            <ac:picMk id="7" creationId="{88103454-FBD6-0AE9-4D60-3B2C77A14F0E}"/>
          </ac:picMkLst>
        </pc:picChg>
      </pc:sldChg>
      <pc:sldChg chg="addSp delSp modSp mod">
        <pc:chgData name="Nahed BENSALEM (EXT)" userId="769febe6-8524-4e11-a0ca-30120acf8374" providerId="ADAL" clId="{5A4921C3-E803-4EB4-8FF2-171869189BCC}" dt="2025-05-22T14:19:51.884" v="48" actId="1076"/>
        <pc:sldMkLst>
          <pc:docMk/>
          <pc:sldMk cId="2993166432" sldId="382"/>
        </pc:sldMkLst>
        <pc:picChg chg="add mod">
          <ac:chgData name="Nahed BENSALEM (EXT)" userId="769febe6-8524-4e11-a0ca-30120acf8374" providerId="ADAL" clId="{5A4921C3-E803-4EB4-8FF2-171869189BCC}" dt="2025-05-22T14:09:55.400" v="43" actId="14100"/>
          <ac:picMkLst>
            <pc:docMk/>
            <pc:sldMk cId="2993166432" sldId="382"/>
            <ac:picMk id="3" creationId="{BBA0AC69-03CF-E4B6-6274-59C6B5F1DEEA}"/>
          </ac:picMkLst>
        </pc:picChg>
        <pc:picChg chg="del">
          <ac:chgData name="Nahed BENSALEM (EXT)" userId="769febe6-8524-4e11-a0ca-30120acf8374" providerId="ADAL" clId="{5A4921C3-E803-4EB4-8FF2-171869189BCC}" dt="2025-05-22T14:09:46.276" v="39" actId="478"/>
          <ac:picMkLst>
            <pc:docMk/>
            <pc:sldMk cId="2993166432" sldId="382"/>
            <ac:picMk id="6" creationId="{0FD44466-E037-EC7D-0D86-BE12BDA7FD42}"/>
          </ac:picMkLst>
        </pc:picChg>
        <pc:picChg chg="mod ord">
          <ac:chgData name="Nahed BENSALEM (EXT)" userId="769febe6-8524-4e11-a0ca-30120acf8374" providerId="ADAL" clId="{5A4921C3-E803-4EB4-8FF2-171869189BCC}" dt="2025-05-22T14:19:51.884" v="48" actId="1076"/>
          <ac:picMkLst>
            <pc:docMk/>
            <pc:sldMk cId="2993166432" sldId="382"/>
            <ac:picMk id="7" creationId="{88103454-FBD6-0AE9-4D60-3B2C77A14F0E}"/>
          </ac:picMkLst>
        </pc:picChg>
      </pc:sldChg>
    </pc:docChg>
  </pc:docChgLst>
  <pc:docChgLst>
    <pc:chgData name="Brice TANNER (EXT)" userId="f03e810a-0757-4eec-bb6c-ee1db7a570d7" providerId="ADAL" clId="{5F54B2D9-67F7-4E7A-B4A9-4EFFC5FA7281}"/>
    <pc:docChg chg="custSel modSld">
      <pc:chgData name="Brice TANNER (EXT)" userId="f03e810a-0757-4eec-bb6c-ee1db7a570d7" providerId="ADAL" clId="{5F54B2D9-67F7-4E7A-B4A9-4EFFC5FA7281}" dt="2025-01-21T17:26:07.810" v="3" actId="1076"/>
      <pc:docMkLst>
        <pc:docMk/>
      </pc:docMkLst>
      <pc:sldChg chg="addSp delSp modSp mod">
        <pc:chgData name="Brice TANNER (EXT)" userId="f03e810a-0757-4eec-bb6c-ee1db7a570d7" providerId="ADAL" clId="{5F54B2D9-67F7-4E7A-B4A9-4EFFC5FA7281}" dt="2025-01-21T17:26:07.810" v="3" actId="1076"/>
        <pc:sldMkLst>
          <pc:docMk/>
          <pc:sldMk cId="3457259167" sldId="309"/>
        </pc:sldMkLst>
      </pc:sldChg>
    </pc:docChg>
  </pc:docChgLst>
  <pc:docChgLst>
    <pc:chgData name="Brice TANNER (EXT)" userId="f03e810a-0757-4eec-bb6c-ee1db7a570d7" providerId="ADAL" clId="{95E4125B-AD19-409E-A765-C07B0E236D01}"/>
    <pc:docChg chg="custSel modSld">
      <pc:chgData name="Brice TANNER (EXT)" userId="f03e810a-0757-4eec-bb6c-ee1db7a570d7" providerId="ADAL" clId="{95E4125B-AD19-409E-A765-C07B0E236D01}" dt="2024-11-15T08:40:30.676" v="8" actId="1076"/>
      <pc:docMkLst>
        <pc:docMk/>
      </pc:docMkLst>
      <pc:sldChg chg="addSp delSp modSp mod">
        <pc:chgData name="Brice TANNER (EXT)" userId="f03e810a-0757-4eec-bb6c-ee1db7a570d7" providerId="ADAL" clId="{95E4125B-AD19-409E-A765-C07B0E236D01}" dt="2024-11-15T08:40:30.676" v="8" actId="1076"/>
        <pc:sldMkLst>
          <pc:docMk/>
          <pc:sldMk cId="1847408404" sldId="298"/>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1" y="1"/>
            <a:ext cx="3078427" cy="511731"/>
          </a:xfrm>
          <a:prstGeom prst="rect">
            <a:avLst/>
          </a:prstGeom>
        </p:spPr>
        <p:txBody>
          <a:bodyPr vert="horz" lIns="94768" tIns="47384" rIns="94768" bIns="47384" rtlCol="0"/>
          <a:lstStyle>
            <a:lvl1pPr algn="l">
              <a:defRPr sz="1200"/>
            </a:lvl1pPr>
          </a:lstStyle>
          <a:p>
            <a:endParaRPr lang="fr-FR" dirty="0"/>
          </a:p>
        </p:txBody>
      </p:sp>
      <p:sp>
        <p:nvSpPr>
          <p:cNvPr id="3" name="Espace réservé de la date 2"/>
          <p:cNvSpPr>
            <a:spLocks noGrp="1"/>
          </p:cNvSpPr>
          <p:nvPr>
            <p:ph type="dt" sz="quarter" idx="1"/>
          </p:nvPr>
        </p:nvSpPr>
        <p:spPr>
          <a:xfrm>
            <a:off x="4023992" y="1"/>
            <a:ext cx="3078427" cy="511731"/>
          </a:xfrm>
          <a:prstGeom prst="rect">
            <a:avLst/>
          </a:prstGeom>
        </p:spPr>
        <p:txBody>
          <a:bodyPr vert="horz" lIns="94768" tIns="47384" rIns="94768" bIns="47384" rtlCol="0"/>
          <a:lstStyle>
            <a:lvl1pPr algn="r">
              <a:defRPr sz="1200"/>
            </a:lvl1pPr>
          </a:lstStyle>
          <a:p>
            <a:fld id="{C0BD274C-55B3-4CF5-9BDA-90DF2022412B}" type="datetimeFigureOut">
              <a:rPr lang="fr-FR" smtClean="0"/>
              <a:t>22/05/2025</a:t>
            </a:fld>
            <a:endParaRPr lang="fr-FR" dirty="0"/>
          </a:p>
        </p:txBody>
      </p:sp>
      <p:sp>
        <p:nvSpPr>
          <p:cNvPr id="4" name="Espace réservé du pied de page 3"/>
          <p:cNvSpPr>
            <a:spLocks noGrp="1"/>
          </p:cNvSpPr>
          <p:nvPr>
            <p:ph type="ftr" sz="quarter" idx="2"/>
          </p:nvPr>
        </p:nvSpPr>
        <p:spPr>
          <a:xfrm>
            <a:off x="1" y="9721107"/>
            <a:ext cx="3078427" cy="511731"/>
          </a:xfrm>
          <a:prstGeom prst="rect">
            <a:avLst/>
          </a:prstGeom>
        </p:spPr>
        <p:txBody>
          <a:bodyPr vert="horz" lIns="94768" tIns="47384" rIns="94768" bIns="47384" rtlCol="0" anchor="b"/>
          <a:lstStyle>
            <a:lvl1pPr algn="l">
              <a:defRPr sz="1200"/>
            </a:lvl1pPr>
          </a:lstStyle>
          <a:p>
            <a:endParaRPr lang="fr-FR" dirty="0"/>
          </a:p>
        </p:txBody>
      </p:sp>
      <p:sp>
        <p:nvSpPr>
          <p:cNvPr id="5" name="Espace réservé du numéro de diapositive 4"/>
          <p:cNvSpPr>
            <a:spLocks noGrp="1"/>
          </p:cNvSpPr>
          <p:nvPr>
            <p:ph type="sldNum" sz="quarter" idx="3"/>
          </p:nvPr>
        </p:nvSpPr>
        <p:spPr>
          <a:xfrm>
            <a:off x="4023992" y="9721107"/>
            <a:ext cx="3078427" cy="511731"/>
          </a:xfrm>
          <a:prstGeom prst="rect">
            <a:avLst/>
          </a:prstGeom>
        </p:spPr>
        <p:txBody>
          <a:bodyPr vert="horz" lIns="94768" tIns="47384" rIns="94768" bIns="47384" rtlCol="0" anchor="b"/>
          <a:lstStyle>
            <a:lvl1pPr algn="r">
              <a:defRPr sz="1200"/>
            </a:lvl1pPr>
          </a:lstStyle>
          <a:p>
            <a:fld id="{CDA0A284-71A5-49F0-8881-A2DD9050280E}" type="slidenum">
              <a:rPr lang="fr-FR" smtClean="0"/>
              <a:t>‹N°›</a:t>
            </a:fld>
            <a:endParaRPr lang="fr-FR" dirty="0"/>
          </a:p>
        </p:txBody>
      </p:sp>
    </p:spTree>
    <p:extLst>
      <p:ext uri="{BB962C8B-B14F-4D97-AF65-F5344CB8AC3E}">
        <p14:creationId xmlns:p14="http://schemas.microsoft.com/office/powerpoint/2010/main" val="267245133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1" y="0"/>
            <a:ext cx="3078427" cy="513508"/>
          </a:xfrm>
          <a:prstGeom prst="rect">
            <a:avLst/>
          </a:prstGeom>
        </p:spPr>
        <p:txBody>
          <a:bodyPr vert="horz" lIns="94768" tIns="47384" rIns="94768" bIns="47384" rtlCol="0"/>
          <a:lstStyle>
            <a:lvl1pPr algn="l">
              <a:defRPr sz="1200"/>
            </a:lvl1pPr>
          </a:lstStyle>
          <a:p>
            <a:endParaRPr lang="fr-FR" dirty="0"/>
          </a:p>
        </p:txBody>
      </p:sp>
      <p:sp>
        <p:nvSpPr>
          <p:cNvPr id="3" name="Espace réservé de la date 2"/>
          <p:cNvSpPr>
            <a:spLocks noGrp="1"/>
          </p:cNvSpPr>
          <p:nvPr>
            <p:ph type="dt" idx="1"/>
          </p:nvPr>
        </p:nvSpPr>
        <p:spPr>
          <a:xfrm>
            <a:off x="4023992" y="0"/>
            <a:ext cx="3078427" cy="513508"/>
          </a:xfrm>
          <a:prstGeom prst="rect">
            <a:avLst/>
          </a:prstGeom>
        </p:spPr>
        <p:txBody>
          <a:bodyPr vert="horz" lIns="94768" tIns="47384" rIns="94768" bIns="47384" rtlCol="0"/>
          <a:lstStyle>
            <a:lvl1pPr algn="r">
              <a:defRPr sz="1200"/>
            </a:lvl1pPr>
          </a:lstStyle>
          <a:p>
            <a:fld id="{BBDF426F-2FD5-824A-A6D8-04CD23A31B59}" type="datetimeFigureOut">
              <a:rPr lang="fr-FR" smtClean="0"/>
              <a:t>22/05/2025</a:t>
            </a:fld>
            <a:endParaRPr lang="fr-FR" dirty="0"/>
          </a:p>
        </p:txBody>
      </p:sp>
      <p:sp>
        <p:nvSpPr>
          <p:cNvPr id="4" name="Espace réservé de l’image des diapositives 3"/>
          <p:cNvSpPr>
            <a:spLocks noGrp="1" noRot="1" noChangeAspect="1"/>
          </p:cNvSpPr>
          <p:nvPr>
            <p:ph type="sldImg" idx="2"/>
          </p:nvPr>
        </p:nvSpPr>
        <p:spPr>
          <a:xfrm>
            <a:off x="481013" y="1279525"/>
            <a:ext cx="6142037" cy="3454400"/>
          </a:xfrm>
          <a:prstGeom prst="rect">
            <a:avLst/>
          </a:prstGeom>
          <a:noFill/>
          <a:ln w="12700">
            <a:solidFill>
              <a:prstClr val="black"/>
            </a:solidFill>
          </a:ln>
        </p:spPr>
        <p:txBody>
          <a:bodyPr vert="horz" lIns="94768" tIns="47384" rIns="94768" bIns="47384" rtlCol="0" anchor="ctr"/>
          <a:lstStyle/>
          <a:p>
            <a:endParaRPr lang="fr-FR" dirty="0"/>
          </a:p>
        </p:txBody>
      </p:sp>
      <p:sp>
        <p:nvSpPr>
          <p:cNvPr id="5" name="Espace réservé des commentaires 4"/>
          <p:cNvSpPr>
            <a:spLocks noGrp="1"/>
          </p:cNvSpPr>
          <p:nvPr>
            <p:ph type="body" sz="quarter" idx="3"/>
          </p:nvPr>
        </p:nvSpPr>
        <p:spPr>
          <a:xfrm>
            <a:off x="710407" y="4925407"/>
            <a:ext cx="5683250" cy="4029879"/>
          </a:xfrm>
          <a:prstGeom prst="rect">
            <a:avLst/>
          </a:prstGeom>
        </p:spPr>
        <p:txBody>
          <a:bodyPr vert="horz" lIns="94768" tIns="47384" rIns="94768" bIns="47384"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1" y="9721107"/>
            <a:ext cx="3078427" cy="513507"/>
          </a:xfrm>
          <a:prstGeom prst="rect">
            <a:avLst/>
          </a:prstGeom>
        </p:spPr>
        <p:txBody>
          <a:bodyPr vert="horz" lIns="94768" tIns="47384" rIns="94768" bIns="47384" rtlCol="0" anchor="b"/>
          <a:lstStyle>
            <a:lvl1pPr algn="l">
              <a:defRPr sz="1200"/>
            </a:lvl1pPr>
          </a:lstStyle>
          <a:p>
            <a:endParaRPr lang="fr-FR" dirty="0"/>
          </a:p>
        </p:txBody>
      </p:sp>
      <p:sp>
        <p:nvSpPr>
          <p:cNvPr id="7" name="Espace réservé du numéro de diapositive 6"/>
          <p:cNvSpPr>
            <a:spLocks noGrp="1"/>
          </p:cNvSpPr>
          <p:nvPr>
            <p:ph type="sldNum" sz="quarter" idx="5"/>
          </p:nvPr>
        </p:nvSpPr>
        <p:spPr>
          <a:xfrm>
            <a:off x="4023992" y="9721107"/>
            <a:ext cx="3078427" cy="513507"/>
          </a:xfrm>
          <a:prstGeom prst="rect">
            <a:avLst/>
          </a:prstGeom>
        </p:spPr>
        <p:txBody>
          <a:bodyPr vert="horz" lIns="94768" tIns="47384" rIns="94768" bIns="47384" rtlCol="0" anchor="b"/>
          <a:lstStyle>
            <a:lvl1pPr algn="r">
              <a:defRPr sz="1200"/>
            </a:lvl1pPr>
          </a:lstStyle>
          <a:p>
            <a:fld id="{8743744C-FBDA-8243-ADF8-2D269A17E88C}" type="slidenum">
              <a:rPr lang="fr-FR" smtClean="0"/>
              <a:t>‹N°›</a:t>
            </a:fld>
            <a:endParaRPr lang="fr-FR" dirty="0"/>
          </a:p>
        </p:txBody>
      </p:sp>
    </p:spTree>
    <p:extLst>
      <p:ext uri="{BB962C8B-B14F-4D97-AF65-F5344CB8AC3E}">
        <p14:creationId xmlns:p14="http://schemas.microsoft.com/office/powerpoint/2010/main" val="20882372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defTabSz="947684">
              <a:defRPr/>
            </a:pPr>
            <a:fld id="{8743744C-FBDA-8243-ADF8-2D269A17E88C}" type="slidenum">
              <a:rPr lang="fr-FR">
                <a:solidFill>
                  <a:prstClr val="black"/>
                </a:solidFill>
                <a:latin typeface="Calibri" panose="020F0502020204030204"/>
              </a:rPr>
              <a:pPr defTabSz="947684">
                <a:defRPr/>
              </a:pPr>
              <a:t>3</a:t>
            </a:fld>
            <a:endParaRPr lang="fr-FR" dirty="0">
              <a:solidFill>
                <a:prstClr val="black"/>
              </a:solidFill>
              <a:latin typeface="Calibri" panose="020F0502020204030204"/>
            </a:endParaRPr>
          </a:p>
        </p:txBody>
      </p:sp>
    </p:spTree>
    <p:extLst>
      <p:ext uri="{BB962C8B-B14F-4D97-AF65-F5344CB8AC3E}">
        <p14:creationId xmlns:p14="http://schemas.microsoft.com/office/powerpoint/2010/main" val="36524440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743744C-FBDA-8243-ADF8-2D269A17E88C}" type="slidenum">
              <a:rPr lang="fr-FR" smtClean="0"/>
              <a:t>4</a:t>
            </a:fld>
            <a:endParaRPr lang="fr-FR" dirty="0"/>
          </a:p>
        </p:txBody>
      </p:sp>
    </p:spTree>
    <p:extLst>
      <p:ext uri="{BB962C8B-B14F-4D97-AF65-F5344CB8AC3E}">
        <p14:creationId xmlns:p14="http://schemas.microsoft.com/office/powerpoint/2010/main" val="10991861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743744C-FBDA-8243-ADF8-2D269A17E88C}" type="slidenum">
              <a:rPr lang="fr-FR" smtClean="0"/>
              <a:t>5</a:t>
            </a:fld>
            <a:endParaRPr lang="fr-FR" dirty="0"/>
          </a:p>
        </p:txBody>
      </p:sp>
    </p:spTree>
    <p:extLst>
      <p:ext uri="{BB962C8B-B14F-4D97-AF65-F5344CB8AC3E}">
        <p14:creationId xmlns:p14="http://schemas.microsoft.com/office/powerpoint/2010/main" val="5185180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defTabSz="947684">
              <a:defRPr/>
            </a:pPr>
            <a:fld id="{8743744C-FBDA-8243-ADF8-2D269A17E88C}" type="slidenum">
              <a:rPr lang="fr-FR">
                <a:solidFill>
                  <a:prstClr val="black"/>
                </a:solidFill>
                <a:latin typeface="Calibri" panose="020F0502020204030204"/>
              </a:rPr>
              <a:pPr defTabSz="947684">
                <a:defRPr/>
              </a:pPr>
              <a:t>6</a:t>
            </a:fld>
            <a:endParaRPr lang="fr-FR" dirty="0">
              <a:solidFill>
                <a:prstClr val="black"/>
              </a:solidFill>
              <a:latin typeface="Calibri" panose="020F0502020204030204"/>
            </a:endParaRPr>
          </a:p>
        </p:txBody>
      </p:sp>
    </p:spTree>
    <p:extLst>
      <p:ext uri="{BB962C8B-B14F-4D97-AF65-F5344CB8AC3E}">
        <p14:creationId xmlns:p14="http://schemas.microsoft.com/office/powerpoint/2010/main" val="10460182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743744C-FBDA-8243-ADF8-2D269A17E88C}" type="slidenum">
              <a:rPr lang="fr-FR" smtClean="0"/>
              <a:t>7</a:t>
            </a:fld>
            <a:endParaRPr lang="fr-FR" dirty="0"/>
          </a:p>
        </p:txBody>
      </p:sp>
    </p:spTree>
    <p:extLst>
      <p:ext uri="{BB962C8B-B14F-4D97-AF65-F5344CB8AC3E}">
        <p14:creationId xmlns:p14="http://schemas.microsoft.com/office/powerpoint/2010/main" val="33250040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743744C-FBDA-8243-ADF8-2D269A17E88C}" type="slidenum">
              <a:rPr lang="fr-FR" smtClean="0"/>
              <a:t>8</a:t>
            </a:fld>
            <a:endParaRPr lang="fr-FR" dirty="0"/>
          </a:p>
        </p:txBody>
      </p:sp>
    </p:spTree>
    <p:extLst>
      <p:ext uri="{BB962C8B-B14F-4D97-AF65-F5344CB8AC3E}">
        <p14:creationId xmlns:p14="http://schemas.microsoft.com/office/powerpoint/2010/main" val="31720428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743744C-FBDA-8243-ADF8-2D269A17E88C}" type="slidenum">
              <a:rPr lang="fr-FR" smtClean="0"/>
              <a:t>9</a:t>
            </a:fld>
            <a:endParaRPr lang="fr-FR" dirty="0"/>
          </a:p>
        </p:txBody>
      </p:sp>
    </p:spTree>
    <p:extLst>
      <p:ext uri="{BB962C8B-B14F-4D97-AF65-F5344CB8AC3E}">
        <p14:creationId xmlns:p14="http://schemas.microsoft.com/office/powerpoint/2010/main" val="1858548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743744C-FBDA-8243-ADF8-2D269A17E88C}" type="slidenum">
              <a:rPr lang="fr-FR" smtClean="0"/>
              <a:t>10</a:t>
            </a:fld>
            <a:endParaRPr lang="fr-FR" dirty="0"/>
          </a:p>
        </p:txBody>
      </p:sp>
    </p:spTree>
    <p:extLst>
      <p:ext uri="{BB962C8B-B14F-4D97-AF65-F5344CB8AC3E}">
        <p14:creationId xmlns:p14="http://schemas.microsoft.com/office/powerpoint/2010/main" val="10317812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743744C-FBDA-8243-ADF8-2D269A17E88C}" type="slidenum">
              <a:rPr lang="fr-FR" smtClean="0"/>
              <a:t>11</a:t>
            </a:fld>
            <a:endParaRPr lang="fr-FR" dirty="0"/>
          </a:p>
        </p:txBody>
      </p:sp>
    </p:spTree>
    <p:extLst>
      <p:ext uri="{BB962C8B-B14F-4D97-AF65-F5344CB8AC3E}">
        <p14:creationId xmlns:p14="http://schemas.microsoft.com/office/powerpoint/2010/main" val="39784008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743744C-FBDA-8243-ADF8-2D269A17E88C}" type="slidenum">
              <a:rPr lang="fr-FR" smtClean="0"/>
              <a:t>12</a:t>
            </a:fld>
            <a:endParaRPr lang="fr-FR" dirty="0"/>
          </a:p>
        </p:txBody>
      </p:sp>
    </p:spTree>
    <p:extLst>
      <p:ext uri="{BB962C8B-B14F-4D97-AF65-F5344CB8AC3E}">
        <p14:creationId xmlns:p14="http://schemas.microsoft.com/office/powerpoint/2010/main" val="33583533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743744C-FBDA-8243-ADF8-2D269A17E88C}" type="slidenum">
              <a:rPr lang="fr-FR" smtClean="0"/>
              <a:t>13</a:t>
            </a:fld>
            <a:endParaRPr lang="fr-FR" dirty="0"/>
          </a:p>
        </p:txBody>
      </p:sp>
    </p:spTree>
    <p:extLst>
      <p:ext uri="{BB962C8B-B14F-4D97-AF65-F5344CB8AC3E}">
        <p14:creationId xmlns:p14="http://schemas.microsoft.com/office/powerpoint/2010/main" val="21763660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defTabSz="947684">
              <a:defRPr/>
            </a:pPr>
            <a:fld id="{8743744C-FBDA-8243-ADF8-2D269A17E88C}" type="slidenum">
              <a:rPr lang="fr-FR">
                <a:solidFill>
                  <a:prstClr val="black"/>
                </a:solidFill>
                <a:latin typeface="Calibri" panose="020F0502020204030204"/>
              </a:rPr>
              <a:pPr defTabSz="947684">
                <a:defRPr/>
              </a:pPr>
              <a:t>14</a:t>
            </a:fld>
            <a:endParaRPr lang="fr-FR" dirty="0">
              <a:solidFill>
                <a:prstClr val="black"/>
              </a:solidFill>
              <a:latin typeface="Calibri" panose="020F0502020204030204"/>
            </a:endParaRPr>
          </a:p>
        </p:txBody>
      </p:sp>
    </p:spTree>
    <p:extLst>
      <p:ext uri="{BB962C8B-B14F-4D97-AF65-F5344CB8AC3E}">
        <p14:creationId xmlns:p14="http://schemas.microsoft.com/office/powerpoint/2010/main" val="31255473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defTabSz="947684">
              <a:defRPr/>
            </a:pPr>
            <a:fld id="{8743744C-FBDA-8243-ADF8-2D269A17E88C}" type="slidenum">
              <a:rPr lang="fr-FR">
                <a:solidFill>
                  <a:prstClr val="black"/>
                </a:solidFill>
                <a:latin typeface="Calibri" panose="020F0502020204030204"/>
              </a:rPr>
              <a:pPr defTabSz="947684">
                <a:defRPr/>
              </a:pPr>
              <a:t>15</a:t>
            </a:fld>
            <a:endParaRPr lang="fr-FR" dirty="0">
              <a:solidFill>
                <a:prstClr val="black"/>
              </a:solidFill>
              <a:latin typeface="Calibri" panose="020F0502020204030204"/>
            </a:endParaRPr>
          </a:p>
        </p:txBody>
      </p:sp>
    </p:spTree>
    <p:extLst>
      <p:ext uri="{BB962C8B-B14F-4D97-AF65-F5344CB8AC3E}">
        <p14:creationId xmlns:p14="http://schemas.microsoft.com/office/powerpoint/2010/main" val="28269913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743744C-FBDA-8243-ADF8-2D269A17E88C}" type="slidenum">
              <a:rPr lang="fr-FR" smtClean="0"/>
              <a:t>16</a:t>
            </a:fld>
            <a:endParaRPr lang="fr-FR" dirty="0"/>
          </a:p>
        </p:txBody>
      </p:sp>
    </p:spTree>
    <p:extLst>
      <p:ext uri="{BB962C8B-B14F-4D97-AF65-F5344CB8AC3E}">
        <p14:creationId xmlns:p14="http://schemas.microsoft.com/office/powerpoint/2010/main" val="7830393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743744C-FBDA-8243-ADF8-2D269A17E88C}" type="slidenum">
              <a:rPr lang="fr-FR" smtClean="0"/>
              <a:t>17</a:t>
            </a:fld>
            <a:endParaRPr lang="fr-FR" dirty="0"/>
          </a:p>
        </p:txBody>
      </p:sp>
    </p:spTree>
    <p:extLst>
      <p:ext uri="{BB962C8B-B14F-4D97-AF65-F5344CB8AC3E}">
        <p14:creationId xmlns:p14="http://schemas.microsoft.com/office/powerpoint/2010/main" val="16406454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defTabSz="947684">
              <a:defRPr/>
            </a:pPr>
            <a:fld id="{8743744C-FBDA-8243-ADF8-2D269A17E88C}" type="slidenum">
              <a:rPr lang="fr-FR">
                <a:solidFill>
                  <a:prstClr val="black"/>
                </a:solidFill>
                <a:latin typeface="Calibri" panose="020F0502020204030204"/>
              </a:rPr>
              <a:pPr defTabSz="947684">
                <a:defRPr/>
              </a:pPr>
              <a:t>18</a:t>
            </a:fld>
            <a:endParaRPr lang="fr-FR" dirty="0">
              <a:solidFill>
                <a:prstClr val="black"/>
              </a:solidFill>
              <a:latin typeface="Calibri" panose="020F0502020204030204"/>
            </a:endParaRPr>
          </a:p>
        </p:txBody>
      </p:sp>
    </p:spTree>
    <p:extLst>
      <p:ext uri="{BB962C8B-B14F-4D97-AF65-F5344CB8AC3E}">
        <p14:creationId xmlns:p14="http://schemas.microsoft.com/office/powerpoint/2010/main" val="8258308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743744C-FBDA-8243-ADF8-2D269A17E88C}" type="slidenum">
              <a:rPr lang="fr-FR" smtClean="0"/>
              <a:t>19</a:t>
            </a:fld>
            <a:endParaRPr lang="fr-FR" dirty="0"/>
          </a:p>
        </p:txBody>
      </p:sp>
    </p:spTree>
    <p:extLst>
      <p:ext uri="{BB962C8B-B14F-4D97-AF65-F5344CB8AC3E}">
        <p14:creationId xmlns:p14="http://schemas.microsoft.com/office/powerpoint/2010/main" val="21447770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743744C-FBDA-8243-ADF8-2D269A17E88C}" type="slidenum">
              <a:rPr lang="fr-FR" smtClean="0"/>
              <a:t>20</a:t>
            </a:fld>
            <a:endParaRPr lang="fr-FR" dirty="0"/>
          </a:p>
        </p:txBody>
      </p:sp>
    </p:spTree>
    <p:extLst>
      <p:ext uri="{BB962C8B-B14F-4D97-AF65-F5344CB8AC3E}">
        <p14:creationId xmlns:p14="http://schemas.microsoft.com/office/powerpoint/2010/main" val="26243432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defTabSz="947684">
              <a:defRPr/>
            </a:pPr>
            <a:fld id="{8743744C-FBDA-8243-ADF8-2D269A17E88C}" type="slidenum">
              <a:rPr lang="fr-FR">
                <a:solidFill>
                  <a:prstClr val="black"/>
                </a:solidFill>
                <a:latin typeface="Calibri" panose="020F0502020204030204"/>
              </a:rPr>
              <a:pPr defTabSz="947684">
                <a:defRPr/>
              </a:pPr>
              <a:t>21</a:t>
            </a:fld>
            <a:endParaRPr lang="fr-FR" dirty="0">
              <a:solidFill>
                <a:prstClr val="black"/>
              </a:solidFill>
              <a:latin typeface="Calibri" panose="020F0502020204030204"/>
            </a:endParaRPr>
          </a:p>
        </p:txBody>
      </p:sp>
    </p:spTree>
    <p:extLst>
      <p:ext uri="{BB962C8B-B14F-4D97-AF65-F5344CB8AC3E}">
        <p14:creationId xmlns:p14="http://schemas.microsoft.com/office/powerpoint/2010/main" val="22616155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743744C-FBDA-8243-ADF8-2D269A17E88C}" type="slidenum">
              <a:rPr lang="fr-FR" smtClean="0"/>
              <a:t>22</a:t>
            </a:fld>
            <a:endParaRPr lang="fr-FR" dirty="0"/>
          </a:p>
        </p:txBody>
      </p:sp>
    </p:spTree>
    <p:extLst>
      <p:ext uri="{BB962C8B-B14F-4D97-AF65-F5344CB8AC3E}">
        <p14:creationId xmlns:p14="http://schemas.microsoft.com/office/powerpoint/2010/main" val="1480126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743744C-FBDA-8243-ADF8-2D269A17E88C}" type="slidenum">
              <a:rPr lang="fr-FR" smtClean="0"/>
              <a:t>23</a:t>
            </a:fld>
            <a:endParaRPr lang="fr-FR" dirty="0"/>
          </a:p>
        </p:txBody>
      </p:sp>
    </p:spTree>
    <p:extLst>
      <p:ext uri="{BB962C8B-B14F-4D97-AF65-F5344CB8AC3E}">
        <p14:creationId xmlns:p14="http://schemas.microsoft.com/office/powerpoint/2010/main" val="12359116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743744C-FBDA-8243-ADF8-2D269A17E88C}" type="slidenum">
              <a:rPr lang="fr-FR" smtClean="0"/>
              <a:t>24</a:t>
            </a:fld>
            <a:endParaRPr lang="fr-FR" dirty="0"/>
          </a:p>
        </p:txBody>
      </p:sp>
    </p:spTree>
    <p:extLst>
      <p:ext uri="{BB962C8B-B14F-4D97-AF65-F5344CB8AC3E}">
        <p14:creationId xmlns:p14="http://schemas.microsoft.com/office/powerpoint/2010/main" val="368318712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743744C-FBDA-8243-ADF8-2D269A17E88C}" type="slidenum">
              <a:rPr lang="fr-FR" smtClean="0"/>
              <a:t>25</a:t>
            </a:fld>
            <a:endParaRPr lang="fr-FR" dirty="0"/>
          </a:p>
        </p:txBody>
      </p:sp>
    </p:spTree>
    <p:extLst>
      <p:ext uri="{BB962C8B-B14F-4D97-AF65-F5344CB8AC3E}">
        <p14:creationId xmlns:p14="http://schemas.microsoft.com/office/powerpoint/2010/main" val="23570681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743744C-FBDA-8243-ADF8-2D269A17E88C}" type="slidenum">
              <a:rPr lang="fr-FR" smtClean="0"/>
              <a:t>27</a:t>
            </a:fld>
            <a:endParaRPr lang="fr-FR" dirty="0"/>
          </a:p>
        </p:txBody>
      </p:sp>
    </p:spTree>
    <p:extLst>
      <p:ext uri="{BB962C8B-B14F-4D97-AF65-F5344CB8AC3E}">
        <p14:creationId xmlns:p14="http://schemas.microsoft.com/office/powerpoint/2010/main" val="22694158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743744C-FBDA-8243-ADF8-2D269A17E88C}" type="slidenum">
              <a:rPr lang="fr-FR" smtClean="0"/>
              <a:t>28</a:t>
            </a:fld>
            <a:endParaRPr lang="fr-FR" dirty="0"/>
          </a:p>
        </p:txBody>
      </p:sp>
    </p:spTree>
    <p:extLst>
      <p:ext uri="{BB962C8B-B14F-4D97-AF65-F5344CB8AC3E}">
        <p14:creationId xmlns:p14="http://schemas.microsoft.com/office/powerpoint/2010/main" val="425331458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5_Couverture">
    <p:spTree>
      <p:nvGrpSpPr>
        <p:cNvPr id="1" name=""/>
        <p:cNvGrpSpPr/>
        <p:nvPr/>
      </p:nvGrpSpPr>
      <p:grpSpPr>
        <a:xfrm>
          <a:off x="0" y="0"/>
          <a:ext cx="0" cy="0"/>
          <a:chOff x="0" y="0"/>
          <a:chExt cx="0" cy="0"/>
        </a:xfrm>
      </p:grpSpPr>
      <p:pic>
        <p:nvPicPr>
          <p:cNvPr id="3" name="Image 2"/>
          <p:cNvPicPr>
            <a:picLocks noChangeAspect="1"/>
          </p:cNvPicPr>
          <p:nvPr userDrawn="1"/>
        </p:nvPicPr>
        <p:blipFill rotWithShape="1">
          <a:blip r:embed="rId2" cstate="print">
            <a:extLst>
              <a:ext uri="{28A0092B-C50C-407E-A947-70E740481C1C}">
                <a14:useLocalDpi xmlns:a14="http://schemas.microsoft.com/office/drawing/2010/main" val="0"/>
              </a:ext>
            </a:extLst>
          </a:blip>
          <a:srcRect t="7340" b="12537"/>
          <a:stretch/>
        </p:blipFill>
        <p:spPr>
          <a:xfrm flipH="1">
            <a:off x="0" y="0"/>
            <a:ext cx="12192000" cy="6858000"/>
          </a:xfrm>
          <a:prstGeom prst="rect">
            <a:avLst/>
          </a:prstGeom>
        </p:spPr>
      </p:pic>
      <p:sp>
        <p:nvSpPr>
          <p:cNvPr id="7" name="Rectangle 6"/>
          <p:cNvSpPr/>
          <p:nvPr userDrawn="1"/>
        </p:nvSpPr>
        <p:spPr>
          <a:xfrm>
            <a:off x="2927648" y="1523615"/>
            <a:ext cx="9264352" cy="3705585"/>
          </a:xfrm>
          <a:prstGeom prst="rect">
            <a:avLst/>
          </a:prstGeom>
          <a:solidFill>
            <a:srgbClr val="FFFFFF">
              <a:alpha val="6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215" dirty="0">
              <a:solidFill>
                <a:srgbClr val="2F3130"/>
              </a:solidFill>
            </a:endParaRPr>
          </a:p>
        </p:txBody>
      </p:sp>
      <p:sp>
        <p:nvSpPr>
          <p:cNvPr id="2" name="Rectangle 1"/>
          <p:cNvSpPr/>
          <p:nvPr userDrawn="1"/>
        </p:nvSpPr>
        <p:spPr>
          <a:xfrm>
            <a:off x="2927648" y="4365103"/>
            <a:ext cx="9264352" cy="853923"/>
          </a:xfrm>
          <a:prstGeom prst="rect">
            <a:avLst/>
          </a:prstGeom>
          <a:gradFill flip="none" rotWithShape="1">
            <a:gsLst>
              <a:gs pos="56000">
                <a:srgbClr val="FFFFFF"/>
              </a:gs>
              <a:gs pos="23000">
                <a:srgbClr val="FFFFFF">
                  <a:alpha val="50000"/>
                </a:srgbClr>
              </a:gs>
              <a:gs pos="0">
                <a:schemeClr val="bg1">
                  <a:alpha val="50000"/>
                </a:schemeClr>
              </a:gs>
              <a:gs pos="100000">
                <a:srgbClr val="FFFFFF">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4" name="Espace réservé du texte 9"/>
          <p:cNvSpPr>
            <a:spLocks noGrp="1"/>
          </p:cNvSpPr>
          <p:nvPr>
            <p:ph type="body" sz="quarter" idx="13"/>
          </p:nvPr>
        </p:nvSpPr>
        <p:spPr>
          <a:xfrm>
            <a:off x="3503712" y="1916832"/>
            <a:ext cx="8491405" cy="648072"/>
          </a:xfrm>
        </p:spPr>
        <p:txBody>
          <a:bodyPr>
            <a:noAutofit/>
          </a:bodyPr>
          <a:lstStyle>
            <a:lvl1pPr marL="0" indent="0" algn="ctr">
              <a:buNone/>
              <a:defRPr sz="2200" b="1" baseline="0">
                <a:solidFill>
                  <a:srgbClr val="F59100"/>
                </a:solidFill>
                <a:latin typeface="Arial" panose="020B0604020202020204" pitchFamily="34" charset="0"/>
                <a:cs typeface="Arial" panose="020B0604020202020204" pitchFamily="34" charset="0"/>
              </a:defRPr>
            </a:lvl1pPr>
          </a:lstStyle>
          <a:p>
            <a:pPr lvl="0"/>
            <a:endParaRPr lang="fr-FR" dirty="0"/>
          </a:p>
        </p:txBody>
      </p:sp>
      <p:sp>
        <p:nvSpPr>
          <p:cNvPr id="18" name="Espace réservé du texte 16"/>
          <p:cNvSpPr>
            <a:spLocks noGrp="1"/>
          </p:cNvSpPr>
          <p:nvPr>
            <p:ph type="body" sz="quarter" idx="15"/>
          </p:nvPr>
        </p:nvSpPr>
        <p:spPr>
          <a:xfrm>
            <a:off x="3503713" y="2802613"/>
            <a:ext cx="8386914" cy="1192278"/>
          </a:xfrm>
        </p:spPr>
        <p:txBody>
          <a:bodyPr>
            <a:normAutofit/>
          </a:bodyPr>
          <a:lstStyle>
            <a:lvl1pPr marL="0" indent="0" algn="ctr">
              <a:buNone/>
              <a:defRPr sz="1800">
                <a:solidFill>
                  <a:schemeClr val="bg1">
                    <a:lumMod val="50000"/>
                  </a:schemeClr>
                </a:solidFill>
                <a:latin typeface="Arial" panose="020B0604020202020204" pitchFamily="34" charset="0"/>
                <a:cs typeface="Arial" panose="020B0604020202020204" pitchFamily="34" charset="0"/>
              </a:defRPr>
            </a:lvl1pPr>
          </a:lstStyle>
          <a:p>
            <a:pPr lvl="0"/>
            <a:endParaRPr lang="fr-FR" dirty="0"/>
          </a:p>
        </p:txBody>
      </p:sp>
      <p:cxnSp>
        <p:nvCxnSpPr>
          <p:cNvPr id="8" name="Connecteur droit 7"/>
          <p:cNvCxnSpPr/>
          <p:nvPr userDrawn="1"/>
        </p:nvCxnSpPr>
        <p:spPr>
          <a:xfrm>
            <a:off x="2935812" y="4365103"/>
            <a:ext cx="9256188" cy="0"/>
          </a:xfrm>
          <a:prstGeom prst="line">
            <a:avLst/>
          </a:prstGeom>
          <a:ln w="1270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pic>
        <p:nvPicPr>
          <p:cNvPr id="5" name="Image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935812" y="5394883"/>
            <a:ext cx="3644444" cy="698413"/>
          </a:xfrm>
          <a:prstGeom prst="rect">
            <a:avLst/>
          </a:prstGeom>
          <a:effectLst>
            <a:outerShdw blurRad="50800" dist="38100" dir="2700000" algn="tl" rotWithShape="0">
              <a:prstClr val="black">
                <a:alpha val="15000"/>
              </a:prstClr>
            </a:outerShdw>
          </a:effectLst>
        </p:spPr>
      </p:pic>
      <p:pic>
        <p:nvPicPr>
          <p:cNvPr id="1026" name="Picture 2" descr="logo"/>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0308536" y="4589292"/>
            <a:ext cx="1683956" cy="427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85817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age sommaire">
    <p:spTree>
      <p:nvGrpSpPr>
        <p:cNvPr id="1" name=""/>
        <p:cNvGrpSpPr/>
        <p:nvPr/>
      </p:nvGrpSpPr>
      <p:grpSpPr>
        <a:xfrm>
          <a:off x="0" y="0"/>
          <a:ext cx="0" cy="0"/>
          <a:chOff x="0" y="0"/>
          <a:chExt cx="0" cy="0"/>
        </a:xfrm>
      </p:grpSpPr>
      <p:sp>
        <p:nvSpPr>
          <p:cNvPr id="10" name="Espace réservé du texte 9"/>
          <p:cNvSpPr>
            <a:spLocks noGrp="1"/>
          </p:cNvSpPr>
          <p:nvPr>
            <p:ph type="body" sz="quarter" idx="17" hasCustomPrompt="1"/>
          </p:nvPr>
        </p:nvSpPr>
        <p:spPr>
          <a:xfrm>
            <a:off x="1127447" y="2924943"/>
            <a:ext cx="9289033" cy="2723824"/>
          </a:xfrm>
        </p:spPr>
        <p:txBody>
          <a:bodyPr anchor="t">
            <a:normAutofit/>
          </a:bodyPr>
          <a:lstStyle>
            <a:lvl1pPr marL="0" indent="0" algn="l">
              <a:lnSpc>
                <a:spcPct val="100000"/>
              </a:lnSpc>
              <a:spcBef>
                <a:spcPts val="738"/>
              </a:spcBef>
              <a:buNone/>
              <a:defRPr sz="1900" b="0" baseline="0">
                <a:solidFill>
                  <a:schemeClr val="bg1">
                    <a:lumMod val="50000"/>
                  </a:schemeClr>
                </a:solidFill>
                <a:latin typeface="Arial" panose="020B0604020202020204" pitchFamily="34" charset="0"/>
                <a:cs typeface="Arial" panose="020B0604020202020204" pitchFamily="34" charset="0"/>
              </a:defRPr>
            </a:lvl1pPr>
          </a:lstStyle>
          <a:p>
            <a:pPr lvl="0"/>
            <a:r>
              <a:rPr lang="fr-FR" dirty="0" err="1"/>
              <a:t>Dolorem</a:t>
            </a:r>
            <a:r>
              <a:rPr lang="fr-FR" dirty="0"/>
              <a:t> </a:t>
            </a:r>
            <a:r>
              <a:rPr lang="fr-FR" dirty="0" err="1"/>
              <a:t>ipsum</a:t>
            </a:r>
            <a:r>
              <a:rPr lang="fr-FR" dirty="0"/>
              <a:t> quia </a:t>
            </a:r>
            <a:r>
              <a:rPr lang="fr-FR" dirty="0" err="1"/>
              <a:t>dolor</a:t>
            </a:r>
            <a:r>
              <a:rPr lang="fr-FR" dirty="0"/>
              <a:t> </a:t>
            </a:r>
            <a:r>
              <a:rPr lang="fr-FR" dirty="0" err="1"/>
              <a:t>sit</a:t>
            </a:r>
            <a:r>
              <a:rPr lang="fr-FR" dirty="0"/>
              <a:t> </a:t>
            </a:r>
            <a:r>
              <a:rPr lang="fr-FR" dirty="0" err="1"/>
              <a:t>amet</a:t>
            </a:r>
            <a:r>
              <a:rPr lang="fr-FR" dirty="0"/>
              <a:t>, </a:t>
            </a:r>
            <a:r>
              <a:rPr lang="fr-FR" dirty="0" err="1"/>
              <a:t>consectetur</a:t>
            </a:r>
            <a:r>
              <a:rPr lang="fr-FR" dirty="0"/>
              <a:t>, </a:t>
            </a:r>
            <a:r>
              <a:rPr lang="fr-FR" dirty="0" err="1"/>
              <a:t>adipisci</a:t>
            </a:r>
            <a:r>
              <a:rPr lang="fr-FR" dirty="0"/>
              <a:t> </a:t>
            </a:r>
            <a:r>
              <a:rPr lang="fr-FR" dirty="0" err="1"/>
              <a:t>velit</a:t>
            </a:r>
            <a:r>
              <a:rPr lang="fr-FR" dirty="0"/>
              <a:t>, </a:t>
            </a:r>
            <a:r>
              <a:rPr lang="fr-FR" dirty="0" err="1"/>
              <a:t>sed</a:t>
            </a:r>
            <a:r>
              <a:rPr lang="fr-FR" dirty="0"/>
              <a:t> quia non </a:t>
            </a:r>
            <a:r>
              <a:rPr lang="fr-FR" dirty="0" err="1"/>
              <a:t>numquam</a:t>
            </a:r>
            <a:r>
              <a:rPr lang="fr-FR" dirty="0"/>
              <a:t> </a:t>
            </a:r>
            <a:r>
              <a:rPr lang="fr-FR" dirty="0" err="1"/>
              <a:t>eius</a:t>
            </a:r>
            <a:r>
              <a:rPr lang="fr-FR" dirty="0"/>
              <a:t> </a:t>
            </a:r>
            <a:r>
              <a:rPr lang="fr-FR" dirty="0" err="1"/>
              <a:t>modi</a:t>
            </a:r>
            <a:r>
              <a:rPr lang="fr-FR" dirty="0"/>
              <a:t> </a:t>
            </a:r>
            <a:r>
              <a:rPr lang="fr-FR" dirty="0" err="1"/>
              <a:t>tempora</a:t>
            </a:r>
            <a:r>
              <a:rPr lang="fr-FR" dirty="0"/>
              <a:t> </a:t>
            </a:r>
            <a:r>
              <a:rPr lang="fr-FR" dirty="0" err="1"/>
              <a:t>incidunt</a:t>
            </a:r>
            <a:r>
              <a:rPr lang="fr-FR" dirty="0"/>
              <a:t> ut </a:t>
            </a:r>
            <a:r>
              <a:rPr lang="fr-FR" dirty="0" err="1"/>
              <a:t>labore</a:t>
            </a:r>
            <a:r>
              <a:rPr lang="fr-FR" dirty="0"/>
              <a:t> et </a:t>
            </a:r>
            <a:r>
              <a:rPr lang="fr-FR" dirty="0" err="1"/>
              <a:t>dolore</a:t>
            </a:r>
            <a:r>
              <a:rPr lang="fr-FR" dirty="0"/>
              <a:t> </a:t>
            </a:r>
            <a:r>
              <a:rPr lang="fr-FR" dirty="0" err="1"/>
              <a:t>magnam</a:t>
            </a:r>
            <a:r>
              <a:rPr lang="fr-FR" dirty="0"/>
              <a:t> </a:t>
            </a:r>
            <a:r>
              <a:rPr lang="fr-FR" dirty="0" err="1"/>
              <a:t>aliquam</a:t>
            </a:r>
            <a:r>
              <a:rPr lang="fr-FR" dirty="0"/>
              <a:t> </a:t>
            </a:r>
            <a:r>
              <a:rPr lang="fr-FR" dirty="0" err="1"/>
              <a:t>quaerat</a:t>
            </a:r>
            <a:r>
              <a:rPr lang="fr-FR" dirty="0"/>
              <a:t> </a:t>
            </a:r>
            <a:r>
              <a:rPr lang="fr-FR" dirty="0" err="1"/>
              <a:t>voluptatem</a:t>
            </a:r>
            <a:r>
              <a:rPr lang="fr-FR" dirty="0"/>
              <a:t>. </a:t>
            </a:r>
          </a:p>
        </p:txBody>
      </p:sp>
      <p:sp>
        <p:nvSpPr>
          <p:cNvPr id="12" name="Rectangle 11"/>
          <p:cNvSpPr/>
          <p:nvPr userDrawn="1"/>
        </p:nvSpPr>
        <p:spPr>
          <a:xfrm>
            <a:off x="0" y="0"/>
            <a:ext cx="12192000" cy="134076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215" dirty="0"/>
          </a:p>
        </p:txBody>
      </p:sp>
      <p:sp>
        <p:nvSpPr>
          <p:cNvPr id="11" name="Espace réservé du texte 10"/>
          <p:cNvSpPr>
            <a:spLocks noGrp="1"/>
          </p:cNvSpPr>
          <p:nvPr>
            <p:ph type="body" sz="quarter" idx="14" hasCustomPrompt="1"/>
          </p:nvPr>
        </p:nvSpPr>
        <p:spPr>
          <a:xfrm>
            <a:off x="613537" y="2204865"/>
            <a:ext cx="11214146" cy="504055"/>
          </a:xfrm>
        </p:spPr>
        <p:txBody>
          <a:bodyPr>
            <a:normAutofit/>
          </a:bodyPr>
          <a:lstStyle>
            <a:lvl1pPr marL="422041" marR="0" indent="-422041" algn="l" defTabSz="1125444" rtl="0" eaLnBrk="1" fontAlgn="auto" latinLnBrk="0" hangingPunct="1">
              <a:lnSpc>
                <a:spcPct val="100000"/>
              </a:lnSpc>
              <a:spcBef>
                <a:spcPct val="20000"/>
              </a:spcBef>
              <a:spcAft>
                <a:spcPts val="1477"/>
              </a:spcAft>
              <a:buClr>
                <a:srgbClr val="F59100"/>
              </a:buClr>
              <a:buSzTx/>
              <a:buFont typeface="Arial" panose="020B0604020202020204" pitchFamily="34" charset="0"/>
              <a:buChar char="•"/>
              <a:tabLst>
                <a:tab pos="10046928" algn="l"/>
              </a:tabLst>
              <a:defRPr sz="2215" b="1" baseline="0">
                <a:solidFill>
                  <a:srgbClr val="2F3130"/>
                </a:solidFill>
                <a:latin typeface="Arial" panose="020B0604020202020204" pitchFamily="34" charset="0"/>
                <a:cs typeface="Arial" panose="020B0604020202020204" pitchFamily="34" charset="0"/>
              </a:defRPr>
            </a:lvl1pPr>
          </a:lstStyle>
          <a:p>
            <a:pPr lvl="0"/>
            <a:r>
              <a:rPr lang="fr-FR" dirty="0"/>
              <a:t>Partie 1	05</a:t>
            </a:r>
          </a:p>
          <a:p>
            <a:pPr lvl="0"/>
            <a:endParaRPr lang="fr-FR" dirty="0"/>
          </a:p>
        </p:txBody>
      </p:sp>
      <p:sp>
        <p:nvSpPr>
          <p:cNvPr id="16" name="Espace réservé du texte 9"/>
          <p:cNvSpPr>
            <a:spLocks noGrp="1"/>
          </p:cNvSpPr>
          <p:nvPr>
            <p:ph type="body" sz="quarter" idx="15" hasCustomPrompt="1"/>
          </p:nvPr>
        </p:nvSpPr>
        <p:spPr>
          <a:xfrm>
            <a:off x="613537" y="260648"/>
            <a:ext cx="6646496" cy="916465"/>
          </a:xfrm>
        </p:spPr>
        <p:txBody>
          <a:bodyPr anchor="b">
            <a:normAutofit/>
          </a:bodyPr>
          <a:lstStyle>
            <a:lvl1pPr marL="0" indent="0" algn="l">
              <a:buNone/>
              <a:defRPr sz="5416" b="0" baseline="0">
                <a:solidFill>
                  <a:srgbClr val="F59100"/>
                </a:solidFill>
                <a:latin typeface="Arial" panose="020B0604020202020204" pitchFamily="34" charset="0"/>
                <a:cs typeface="Arial" panose="020B0604020202020204" pitchFamily="34" charset="0"/>
              </a:defRPr>
            </a:lvl1pPr>
          </a:lstStyle>
          <a:p>
            <a:pPr lvl="0"/>
            <a:r>
              <a:rPr lang="fr-FR" dirty="0" err="1"/>
              <a:t>Lorem</a:t>
            </a:r>
            <a:r>
              <a:rPr lang="fr-FR" dirty="0"/>
              <a:t> </a:t>
            </a:r>
            <a:r>
              <a:rPr lang="fr-FR" dirty="0" err="1"/>
              <a:t>Ispum</a:t>
            </a:r>
            <a:endParaRPr lang="fr-FR" dirty="0"/>
          </a:p>
        </p:txBody>
      </p:sp>
      <p:sp>
        <p:nvSpPr>
          <p:cNvPr id="13" name="Espace réservé du texte 10"/>
          <p:cNvSpPr>
            <a:spLocks noGrp="1"/>
          </p:cNvSpPr>
          <p:nvPr>
            <p:ph type="body" sz="quarter" idx="16" hasCustomPrompt="1"/>
          </p:nvPr>
        </p:nvSpPr>
        <p:spPr>
          <a:xfrm>
            <a:off x="613537" y="2204864"/>
            <a:ext cx="11214146" cy="504055"/>
          </a:xfrm>
        </p:spPr>
        <p:txBody>
          <a:bodyPr>
            <a:normAutofit/>
          </a:bodyPr>
          <a:lstStyle>
            <a:lvl1pPr marL="422041" marR="0" indent="-422041" algn="l" defTabSz="1125444" rtl="0" eaLnBrk="1" fontAlgn="auto" latinLnBrk="0" hangingPunct="1">
              <a:lnSpc>
                <a:spcPct val="100000"/>
              </a:lnSpc>
              <a:spcBef>
                <a:spcPct val="20000"/>
              </a:spcBef>
              <a:spcAft>
                <a:spcPts val="1477"/>
              </a:spcAft>
              <a:buClr>
                <a:srgbClr val="F59100"/>
              </a:buClr>
              <a:buSzTx/>
              <a:buFont typeface="Arial" panose="020B0604020202020204" pitchFamily="34" charset="0"/>
              <a:buChar char="•"/>
              <a:tabLst>
                <a:tab pos="10046928" algn="l"/>
              </a:tabLst>
              <a:defRPr sz="2215" b="1" baseline="0">
                <a:solidFill>
                  <a:srgbClr val="2F3130"/>
                </a:solidFill>
                <a:latin typeface="Arial" panose="020B0604020202020204" pitchFamily="34" charset="0"/>
                <a:cs typeface="Arial" panose="020B0604020202020204" pitchFamily="34" charset="0"/>
              </a:defRPr>
            </a:lvl1pPr>
          </a:lstStyle>
          <a:p>
            <a:pPr lvl="0"/>
            <a:r>
              <a:rPr lang="fr-FR" dirty="0"/>
              <a:t>Partie 1	05</a:t>
            </a:r>
          </a:p>
          <a:p>
            <a:pPr lvl="0"/>
            <a:endParaRPr lang="fr-FR" dirty="0"/>
          </a:p>
        </p:txBody>
      </p:sp>
      <p:sp>
        <p:nvSpPr>
          <p:cNvPr id="3" name="Espace réservé du texte 2"/>
          <p:cNvSpPr>
            <a:spLocks noGrp="1"/>
          </p:cNvSpPr>
          <p:nvPr>
            <p:ph type="body" sz="quarter" idx="18" hasCustomPrompt="1"/>
          </p:nvPr>
        </p:nvSpPr>
        <p:spPr>
          <a:xfrm>
            <a:off x="1159496" y="6262929"/>
            <a:ext cx="4176713" cy="241001"/>
          </a:xfrm>
        </p:spPr>
        <p:txBody>
          <a:bodyPr>
            <a:noAutofit/>
          </a:bodyPr>
          <a:lstStyle>
            <a:lvl1pPr marL="0" indent="0">
              <a:buNone/>
              <a:defRPr sz="1000" b="1" baseline="0">
                <a:solidFill>
                  <a:schemeClr val="tx1">
                    <a:lumMod val="65000"/>
                    <a:lumOff val="35000"/>
                  </a:schemeClr>
                </a:solidFill>
              </a:defRPr>
            </a:lvl1pPr>
            <a:lvl2pPr>
              <a:defRPr sz="1000"/>
            </a:lvl2pPr>
            <a:lvl3pPr>
              <a:defRPr sz="1000"/>
            </a:lvl3pPr>
            <a:lvl4pPr>
              <a:defRPr sz="1000"/>
            </a:lvl4pPr>
            <a:lvl5pPr>
              <a:defRPr sz="1000"/>
            </a:lvl5pPr>
          </a:lstStyle>
          <a:p>
            <a:pPr lvl="0"/>
            <a:r>
              <a:rPr lang="fr-FR" dirty="0"/>
              <a:t>OBJET DE LA PRESENTATION – XX/XX/XXXX</a:t>
            </a:r>
          </a:p>
        </p:txBody>
      </p:sp>
      <p:sp>
        <p:nvSpPr>
          <p:cNvPr id="14" name="Espace réservé du texte 2"/>
          <p:cNvSpPr>
            <a:spLocks noGrp="1"/>
          </p:cNvSpPr>
          <p:nvPr>
            <p:ph type="body" sz="quarter" idx="19" hasCustomPrompt="1"/>
          </p:nvPr>
        </p:nvSpPr>
        <p:spPr>
          <a:xfrm>
            <a:off x="1156620" y="6475714"/>
            <a:ext cx="4176713" cy="241001"/>
          </a:xfrm>
        </p:spPr>
        <p:txBody>
          <a:bodyPr>
            <a:noAutofit/>
          </a:bodyPr>
          <a:lstStyle>
            <a:lvl1pPr marL="0" indent="0">
              <a:buNone/>
              <a:defRPr sz="1000" b="0" baseline="0">
                <a:solidFill>
                  <a:schemeClr val="tx1">
                    <a:lumMod val="65000"/>
                    <a:lumOff val="35000"/>
                  </a:schemeClr>
                </a:solidFill>
              </a:defRPr>
            </a:lvl1pPr>
            <a:lvl2pPr>
              <a:defRPr sz="1000"/>
            </a:lvl2pPr>
            <a:lvl3pPr>
              <a:defRPr sz="1000"/>
            </a:lvl3pPr>
            <a:lvl4pPr>
              <a:defRPr sz="1000"/>
            </a:lvl4pPr>
            <a:lvl5pPr>
              <a:defRPr sz="1000"/>
            </a:lvl5pPr>
          </a:lstStyle>
          <a:p>
            <a:pPr lvl="0"/>
            <a:r>
              <a:rPr lang="fr-FR" dirty="0"/>
              <a:t>Mention spéciales</a:t>
            </a:r>
          </a:p>
        </p:txBody>
      </p:sp>
      <p:sp>
        <p:nvSpPr>
          <p:cNvPr id="4" name="Rectangle 3"/>
          <p:cNvSpPr/>
          <p:nvPr userDrawn="1"/>
        </p:nvSpPr>
        <p:spPr>
          <a:xfrm>
            <a:off x="479376" y="6262930"/>
            <a:ext cx="504056" cy="453786"/>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6" name="ZoneTexte 5"/>
          <p:cNvSpPr txBox="1"/>
          <p:nvPr userDrawn="1"/>
        </p:nvSpPr>
        <p:spPr>
          <a:xfrm>
            <a:off x="443372" y="6320546"/>
            <a:ext cx="576064" cy="338554"/>
          </a:xfrm>
          <a:prstGeom prst="rect">
            <a:avLst/>
          </a:prstGeom>
          <a:noFill/>
        </p:spPr>
        <p:txBody>
          <a:bodyPr wrap="square" rtlCol="0" anchor="ctr">
            <a:spAutoFit/>
          </a:bodyPr>
          <a:lstStyle/>
          <a:p>
            <a:pPr marL="0" marR="0" indent="0" algn="ctr" defTabSz="914400" rtl="0" eaLnBrk="1" fontAlgn="auto" latinLnBrk="0" hangingPunct="1">
              <a:lnSpc>
                <a:spcPct val="100000"/>
              </a:lnSpc>
              <a:spcBef>
                <a:spcPts val="0"/>
              </a:spcBef>
              <a:spcAft>
                <a:spcPts val="0"/>
              </a:spcAft>
              <a:buClrTx/>
              <a:buSzTx/>
              <a:buFontTx/>
              <a:buNone/>
              <a:tabLst/>
            </a:pPr>
            <a:fld id="{C00337EC-70DC-4EB2-AB21-5CBC0065E6DE}" type="slidenum">
              <a:rPr lang="fr-FR" sz="1600" b="1" i="0" kern="1200" smtClean="0">
                <a:solidFill>
                  <a:schemeClr val="bg1">
                    <a:lumMod val="50000"/>
                  </a:schemeClr>
                </a:solidFill>
                <a:effectLst/>
                <a:latin typeface="Arial" charset="0"/>
                <a:ea typeface="Arial" charset="0"/>
                <a:cs typeface="Arial" charset="0"/>
              </a:rPr>
              <a:pPr marL="0" marR="0" indent="0" algn="ctr" defTabSz="914400" rtl="0" eaLnBrk="1" fontAlgn="auto" latinLnBrk="0" hangingPunct="1">
                <a:lnSpc>
                  <a:spcPct val="100000"/>
                </a:lnSpc>
                <a:spcBef>
                  <a:spcPts val="0"/>
                </a:spcBef>
                <a:spcAft>
                  <a:spcPts val="0"/>
                </a:spcAft>
                <a:buClrTx/>
                <a:buSzTx/>
                <a:buFontTx/>
                <a:buNone/>
                <a:tabLst/>
              </a:pPr>
              <a:t>‹N°›</a:t>
            </a:fld>
            <a:endParaRPr lang="fr-FR" sz="700" b="1" i="0" kern="1200" dirty="0">
              <a:solidFill>
                <a:schemeClr val="bg1">
                  <a:lumMod val="50000"/>
                </a:schemeClr>
              </a:solidFill>
              <a:effectLst/>
              <a:latin typeface="Arial" charset="0"/>
              <a:ea typeface="Arial" charset="0"/>
              <a:cs typeface="Arial" charset="0"/>
            </a:endParaRPr>
          </a:p>
        </p:txBody>
      </p:sp>
    </p:spTree>
    <p:extLst>
      <p:ext uri="{BB962C8B-B14F-4D97-AF65-F5344CB8AC3E}">
        <p14:creationId xmlns:p14="http://schemas.microsoft.com/office/powerpoint/2010/main" val="2704702084"/>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age de contenu simple">
    <p:spTree>
      <p:nvGrpSpPr>
        <p:cNvPr id="1" name=""/>
        <p:cNvGrpSpPr/>
        <p:nvPr/>
      </p:nvGrpSpPr>
      <p:grpSpPr>
        <a:xfrm>
          <a:off x="0" y="0"/>
          <a:ext cx="0" cy="0"/>
          <a:chOff x="0" y="0"/>
          <a:chExt cx="0" cy="0"/>
        </a:xfrm>
      </p:grpSpPr>
      <p:sp>
        <p:nvSpPr>
          <p:cNvPr id="13" name="Rectangle 12"/>
          <p:cNvSpPr/>
          <p:nvPr userDrawn="1"/>
        </p:nvSpPr>
        <p:spPr>
          <a:xfrm>
            <a:off x="0" y="0"/>
            <a:ext cx="12192000" cy="133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215" dirty="0"/>
          </a:p>
        </p:txBody>
      </p:sp>
      <p:sp>
        <p:nvSpPr>
          <p:cNvPr id="8" name="Espace réservé pour une image  7"/>
          <p:cNvSpPr>
            <a:spLocks noGrp="1"/>
          </p:cNvSpPr>
          <p:nvPr>
            <p:ph type="pic" sz="quarter" idx="16"/>
          </p:nvPr>
        </p:nvSpPr>
        <p:spPr>
          <a:xfrm>
            <a:off x="8133863" y="2204864"/>
            <a:ext cx="3456353" cy="3384376"/>
          </a:xfrm>
        </p:spPr>
        <p:txBody>
          <a:bodyPr/>
          <a:lstStyle/>
          <a:p>
            <a:endParaRPr lang="fr-FR" dirty="0"/>
          </a:p>
        </p:txBody>
      </p:sp>
      <p:sp>
        <p:nvSpPr>
          <p:cNvPr id="26" name="Espace réservé du texte 9"/>
          <p:cNvSpPr>
            <a:spLocks noGrp="1"/>
          </p:cNvSpPr>
          <p:nvPr>
            <p:ph type="body" sz="quarter" idx="17" hasCustomPrompt="1"/>
          </p:nvPr>
        </p:nvSpPr>
        <p:spPr>
          <a:xfrm>
            <a:off x="608007" y="318851"/>
            <a:ext cx="10722708" cy="733885"/>
          </a:xfrm>
        </p:spPr>
        <p:txBody>
          <a:bodyPr anchor="b">
            <a:noAutofit/>
          </a:bodyPr>
          <a:lstStyle>
            <a:lvl1pPr marL="0" indent="0" algn="l">
              <a:buNone/>
              <a:defRPr sz="4431" baseline="0">
                <a:solidFill>
                  <a:srgbClr val="F59100"/>
                </a:solidFill>
                <a:latin typeface="Arial" panose="020B0604020202020204" pitchFamily="34" charset="0"/>
                <a:cs typeface="Arial" panose="020B0604020202020204" pitchFamily="34" charset="0"/>
              </a:defRPr>
            </a:lvl1pPr>
          </a:lstStyle>
          <a:p>
            <a:pPr lvl="0"/>
            <a:r>
              <a:rPr lang="fr-FR" dirty="0" err="1"/>
              <a:t>Lorem</a:t>
            </a:r>
            <a:r>
              <a:rPr lang="fr-FR" dirty="0"/>
              <a:t> </a:t>
            </a:r>
            <a:r>
              <a:rPr lang="fr-FR" dirty="0" err="1"/>
              <a:t>ipsum</a:t>
            </a:r>
            <a:r>
              <a:rPr lang="fr-FR" dirty="0"/>
              <a:t> </a:t>
            </a:r>
            <a:r>
              <a:rPr lang="fr-FR" dirty="0" err="1"/>
              <a:t>dolor</a:t>
            </a:r>
            <a:r>
              <a:rPr lang="fr-FR" dirty="0"/>
              <a:t> </a:t>
            </a:r>
            <a:r>
              <a:rPr lang="fr-FR" dirty="0" err="1"/>
              <a:t>sit</a:t>
            </a:r>
            <a:r>
              <a:rPr lang="fr-FR" dirty="0"/>
              <a:t> </a:t>
            </a:r>
            <a:r>
              <a:rPr lang="fr-FR" dirty="0" err="1"/>
              <a:t>amet</a:t>
            </a:r>
            <a:r>
              <a:rPr lang="fr-FR" dirty="0"/>
              <a:t>, </a:t>
            </a:r>
            <a:r>
              <a:rPr lang="fr-FR" dirty="0" err="1"/>
              <a:t>consectetur</a:t>
            </a:r>
            <a:endParaRPr lang="fr-FR" dirty="0"/>
          </a:p>
        </p:txBody>
      </p:sp>
      <p:sp>
        <p:nvSpPr>
          <p:cNvPr id="7" name="Espace réservé du texte 6"/>
          <p:cNvSpPr>
            <a:spLocks noGrp="1"/>
          </p:cNvSpPr>
          <p:nvPr>
            <p:ph type="body" sz="quarter" idx="19" hasCustomPrompt="1"/>
          </p:nvPr>
        </p:nvSpPr>
        <p:spPr>
          <a:xfrm>
            <a:off x="601785" y="2205038"/>
            <a:ext cx="7266354" cy="3384202"/>
          </a:xfrm>
        </p:spPr>
        <p:txBody>
          <a:bodyPr/>
          <a:lstStyle>
            <a:lvl1pPr marL="0" indent="0">
              <a:buNone/>
              <a:defRPr lang="fr-FR" sz="2215" b="1" i="0" kern="1200" baseline="0" dirty="0" smtClean="0">
                <a:solidFill>
                  <a:srgbClr val="2F3130"/>
                </a:solidFill>
                <a:effectLst/>
                <a:latin typeface="Arial" panose="020B0604020202020204" pitchFamily="34" charset="0"/>
                <a:ea typeface="+mn-ea"/>
                <a:cs typeface="Arial" panose="020B0604020202020204" pitchFamily="34" charset="0"/>
              </a:defRPr>
            </a:lvl1pPr>
            <a:lvl2pPr marL="0" indent="0" algn="l">
              <a:buNone/>
              <a:defRPr lang="fr-FR" sz="1723" b="0" i="0" kern="1200" baseline="0" dirty="0" smtClean="0">
                <a:solidFill>
                  <a:schemeClr val="bg1">
                    <a:lumMod val="50000"/>
                  </a:schemeClr>
                </a:solidFill>
                <a:effectLst/>
                <a:latin typeface="Arial" panose="020B0604020202020204" pitchFamily="34" charset="0"/>
                <a:ea typeface="+mn-ea"/>
                <a:cs typeface="Arial" panose="020B0604020202020204" pitchFamily="34" charset="0"/>
              </a:defRPr>
            </a:lvl2pPr>
          </a:lstStyle>
          <a:p>
            <a:pPr marL="0" lvl="0" indent="0" algn="just" defTabSz="1125444" rtl="0" eaLnBrk="1" latinLnBrk="0" hangingPunct="1">
              <a:spcBef>
                <a:spcPct val="20000"/>
              </a:spcBef>
              <a:buClr>
                <a:srgbClr val="FFC000"/>
              </a:buClr>
              <a:buFont typeface="Arial" panose="020B0604020202020204" pitchFamily="34" charset="0"/>
              <a:buNone/>
              <a:tabLst>
                <a:tab pos="9269278" algn="l"/>
              </a:tabLst>
            </a:pPr>
            <a:r>
              <a:rPr lang="fr-FR" dirty="0"/>
              <a:t>Modifiez les styles du texte du masque</a:t>
            </a:r>
          </a:p>
          <a:p>
            <a:pPr lvl="1"/>
            <a:r>
              <a:rPr lang="fr-FR" dirty="0"/>
              <a:t>Deuxième niveau</a:t>
            </a:r>
          </a:p>
        </p:txBody>
      </p:sp>
      <p:sp>
        <p:nvSpPr>
          <p:cNvPr id="9" name="Espace réservé du texte 2"/>
          <p:cNvSpPr>
            <a:spLocks noGrp="1"/>
          </p:cNvSpPr>
          <p:nvPr>
            <p:ph type="body" sz="quarter" idx="18" hasCustomPrompt="1"/>
          </p:nvPr>
        </p:nvSpPr>
        <p:spPr>
          <a:xfrm>
            <a:off x="1159496" y="6262929"/>
            <a:ext cx="4176713" cy="241001"/>
          </a:xfrm>
        </p:spPr>
        <p:txBody>
          <a:bodyPr>
            <a:noAutofit/>
          </a:bodyPr>
          <a:lstStyle>
            <a:lvl1pPr marL="0" indent="0">
              <a:buNone/>
              <a:defRPr sz="1000" b="1" baseline="0">
                <a:solidFill>
                  <a:schemeClr val="tx1">
                    <a:lumMod val="65000"/>
                    <a:lumOff val="35000"/>
                  </a:schemeClr>
                </a:solidFill>
              </a:defRPr>
            </a:lvl1pPr>
            <a:lvl2pPr>
              <a:defRPr sz="1000"/>
            </a:lvl2pPr>
            <a:lvl3pPr>
              <a:defRPr sz="1000"/>
            </a:lvl3pPr>
            <a:lvl4pPr>
              <a:defRPr sz="1000"/>
            </a:lvl4pPr>
            <a:lvl5pPr>
              <a:defRPr sz="1000"/>
            </a:lvl5pPr>
          </a:lstStyle>
          <a:p>
            <a:pPr lvl="0"/>
            <a:r>
              <a:rPr lang="fr-FR" dirty="0"/>
              <a:t>OBJET DE LA PRESENTATION – XX/XX/XXXX</a:t>
            </a:r>
          </a:p>
        </p:txBody>
      </p:sp>
      <p:sp>
        <p:nvSpPr>
          <p:cNvPr id="10" name="Espace réservé du texte 2"/>
          <p:cNvSpPr>
            <a:spLocks noGrp="1"/>
          </p:cNvSpPr>
          <p:nvPr>
            <p:ph type="body" sz="quarter" idx="20" hasCustomPrompt="1"/>
          </p:nvPr>
        </p:nvSpPr>
        <p:spPr>
          <a:xfrm>
            <a:off x="1156620" y="6475714"/>
            <a:ext cx="4176713" cy="241001"/>
          </a:xfrm>
        </p:spPr>
        <p:txBody>
          <a:bodyPr>
            <a:noAutofit/>
          </a:bodyPr>
          <a:lstStyle>
            <a:lvl1pPr marL="0" indent="0">
              <a:buNone/>
              <a:defRPr sz="1000" b="0" baseline="0">
                <a:solidFill>
                  <a:schemeClr val="tx1">
                    <a:lumMod val="65000"/>
                    <a:lumOff val="35000"/>
                  </a:schemeClr>
                </a:solidFill>
              </a:defRPr>
            </a:lvl1pPr>
            <a:lvl2pPr>
              <a:defRPr sz="1000"/>
            </a:lvl2pPr>
            <a:lvl3pPr>
              <a:defRPr sz="1000"/>
            </a:lvl3pPr>
            <a:lvl4pPr>
              <a:defRPr sz="1000"/>
            </a:lvl4pPr>
            <a:lvl5pPr>
              <a:defRPr sz="1000"/>
            </a:lvl5pPr>
          </a:lstStyle>
          <a:p>
            <a:pPr lvl="0"/>
            <a:r>
              <a:rPr lang="fr-FR" dirty="0"/>
              <a:t>Mention spéciales</a:t>
            </a:r>
          </a:p>
        </p:txBody>
      </p:sp>
      <p:sp>
        <p:nvSpPr>
          <p:cNvPr id="14" name="Rectangle 13"/>
          <p:cNvSpPr/>
          <p:nvPr userDrawn="1"/>
        </p:nvSpPr>
        <p:spPr>
          <a:xfrm>
            <a:off x="479376" y="6262930"/>
            <a:ext cx="504056" cy="453786"/>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6" name="ZoneTexte 15"/>
          <p:cNvSpPr txBox="1"/>
          <p:nvPr userDrawn="1"/>
        </p:nvSpPr>
        <p:spPr>
          <a:xfrm>
            <a:off x="443372" y="6320546"/>
            <a:ext cx="576064" cy="338554"/>
          </a:xfrm>
          <a:prstGeom prst="rect">
            <a:avLst/>
          </a:prstGeom>
          <a:noFill/>
        </p:spPr>
        <p:txBody>
          <a:bodyPr wrap="square" rtlCol="0" anchor="ctr">
            <a:spAutoFit/>
          </a:bodyPr>
          <a:lstStyle/>
          <a:p>
            <a:pPr marL="0" marR="0" indent="0" algn="ctr" defTabSz="914400" rtl="0" eaLnBrk="1" fontAlgn="auto" latinLnBrk="0" hangingPunct="1">
              <a:lnSpc>
                <a:spcPct val="100000"/>
              </a:lnSpc>
              <a:spcBef>
                <a:spcPts val="0"/>
              </a:spcBef>
              <a:spcAft>
                <a:spcPts val="0"/>
              </a:spcAft>
              <a:buClrTx/>
              <a:buSzTx/>
              <a:buFontTx/>
              <a:buNone/>
              <a:tabLst/>
            </a:pPr>
            <a:fld id="{C00337EC-70DC-4EB2-AB21-5CBC0065E6DE}" type="slidenum">
              <a:rPr lang="fr-FR" sz="1600" b="1" i="0" kern="1200" smtClean="0">
                <a:solidFill>
                  <a:schemeClr val="bg1">
                    <a:lumMod val="50000"/>
                  </a:schemeClr>
                </a:solidFill>
                <a:effectLst/>
                <a:latin typeface="Arial" charset="0"/>
                <a:ea typeface="Arial" charset="0"/>
                <a:cs typeface="Arial" charset="0"/>
              </a:rPr>
              <a:pPr marL="0" marR="0" indent="0" algn="ctr" defTabSz="914400" rtl="0" eaLnBrk="1" fontAlgn="auto" latinLnBrk="0" hangingPunct="1">
                <a:lnSpc>
                  <a:spcPct val="100000"/>
                </a:lnSpc>
                <a:spcBef>
                  <a:spcPts val="0"/>
                </a:spcBef>
                <a:spcAft>
                  <a:spcPts val="0"/>
                </a:spcAft>
                <a:buClrTx/>
                <a:buSzTx/>
                <a:buFontTx/>
                <a:buNone/>
                <a:tabLst/>
              </a:pPr>
              <a:t>‹N°›</a:t>
            </a:fld>
            <a:endParaRPr lang="fr-FR" sz="700" b="1" i="0" kern="1200" dirty="0">
              <a:solidFill>
                <a:schemeClr val="bg1">
                  <a:lumMod val="50000"/>
                </a:schemeClr>
              </a:solidFill>
              <a:effectLst/>
              <a:latin typeface="Arial" charset="0"/>
              <a:ea typeface="Arial" charset="0"/>
              <a:cs typeface="Arial" charset="0"/>
            </a:endParaRPr>
          </a:p>
        </p:txBody>
      </p:sp>
    </p:spTree>
    <p:extLst>
      <p:ext uri="{BB962C8B-B14F-4D97-AF65-F5344CB8AC3E}">
        <p14:creationId xmlns:p14="http://schemas.microsoft.com/office/powerpoint/2010/main" val="5864578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de partie">
    <p:spTree>
      <p:nvGrpSpPr>
        <p:cNvPr id="1" name=""/>
        <p:cNvGrpSpPr/>
        <p:nvPr/>
      </p:nvGrpSpPr>
      <p:grpSpPr>
        <a:xfrm>
          <a:off x="0" y="0"/>
          <a:ext cx="0" cy="0"/>
          <a:chOff x="0" y="0"/>
          <a:chExt cx="0" cy="0"/>
        </a:xfrm>
      </p:grpSpPr>
      <p:sp>
        <p:nvSpPr>
          <p:cNvPr id="17" name="Rectangle 16"/>
          <p:cNvSpPr/>
          <p:nvPr userDrawn="1"/>
        </p:nvSpPr>
        <p:spPr>
          <a:xfrm>
            <a:off x="0" y="0"/>
            <a:ext cx="12192000" cy="6858000"/>
          </a:xfrm>
          <a:prstGeom prst="rect">
            <a:avLst/>
          </a:prstGeom>
          <a:solidFill>
            <a:srgbClr val="F59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215" dirty="0"/>
          </a:p>
        </p:txBody>
      </p:sp>
      <p:sp>
        <p:nvSpPr>
          <p:cNvPr id="13" name="Espace réservé du texte 9"/>
          <p:cNvSpPr>
            <a:spLocks noGrp="1"/>
          </p:cNvSpPr>
          <p:nvPr>
            <p:ph type="body" sz="quarter" idx="13" hasCustomPrompt="1"/>
          </p:nvPr>
        </p:nvSpPr>
        <p:spPr>
          <a:xfrm>
            <a:off x="867508" y="836712"/>
            <a:ext cx="10456985" cy="1593626"/>
          </a:xfrm>
        </p:spPr>
        <p:txBody>
          <a:bodyPr anchor="b">
            <a:normAutofit/>
          </a:bodyPr>
          <a:lstStyle>
            <a:lvl1pPr marL="0" indent="0" algn="ctr">
              <a:buNone/>
              <a:defRPr sz="4923" b="1" baseline="0">
                <a:solidFill>
                  <a:schemeClr val="bg1"/>
                </a:solidFill>
                <a:latin typeface="Arial" panose="020B0604020202020204" pitchFamily="34" charset="0"/>
                <a:cs typeface="Arial" panose="020B0604020202020204" pitchFamily="34" charset="0"/>
              </a:defRPr>
            </a:lvl1pPr>
          </a:lstStyle>
          <a:p>
            <a:pPr lvl="0"/>
            <a:r>
              <a:rPr lang="fr-FR" dirty="0" err="1"/>
              <a:t>Temporibus</a:t>
            </a:r>
            <a:r>
              <a:rPr lang="fr-FR" dirty="0"/>
              <a:t> </a:t>
            </a:r>
            <a:r>
              <a:rPr lang="fr-FR" dirty="0" err="1"/>
              <a:t>autem</a:t>
            </a:r>
            <a:r>
              <a:rPr lang="fr-FR" dirty="0"/>
              <a:t> </a:t>
            </a:r>
            <a:r>
              <a:rPr lang="fr-FR" dirty="0" err="1"/>
              <a:t>quibusdam</a:t>
            </a:r>
            <a:br>
              <a:rPr lang="fr-FR" dirty="0"/>
            </a:br>
            <a:r>
              <a:rPr lang="fr-FR" dirty="0"/>
              <a:t>et </a:t>
            </a:r>
            <a:r>
              <a:rPr lang="fr-FR" dirty="0" err="1"/>
              <a:t>aut</a:t>
            </a:r>
            <a:r>
              <a:rPr lang="fr-FR" dirty="0"/>
              <a:t> </a:t>
            </a:r>
            <a:r>
              <a:rPr lang="fr-FR" dirty="0" err="1"/>
              <a:t>officiis</a:t>
            </a:r>
            <a:r>
              <a:rPr lang="fr-FR" dirty="0"/>
              <a:t> </a:t>
            </a:r>
            <a:r>
              <a:rPr lang="fr-FR" dirty="0" err="1"/>
              <a:t>debitis</a:t>
            </a:r>
            <a:endParaRPr lang="fr-FR" dirty="0"/>
          </a:p>
        </p:txBody>
      </p:sp>
      <p:cxnSp>
        <p:nvCxnSpPr>
          <p:cNvPr id="15" name="Connecteur droit 14"/>
          <p:cNvCxnSpPr/>
          <p:nvPr userDrawn="1"/>
        </p:nvCxnSpPr>
        <p:spPr>
          <a:xfrm>
            <a:off x="3034738" y="3212976"/>
            <a:ext cx="6122527" cy="0"/>
          </a:xfrm>
          <a:prstGeom prst="line">
            <a:avLst/>
          </a:prstGeom>
          <a:ln w="12700">
            <a:solidFill>
              <a:schemeClr val="bg1"/>
            </a:solidFill>
            <a:prstDash val="sysDot"/>
          </a:ln>
        </p:spPr>
        <p:style>
          <a:lnRef idx="1">
            <a:schemeClr val="accent1"/>
          </a:lnRef>
          <a:fillRef idx="0">
            <a:schemeClr val="accent1"/>
          </a:fillRef>
          <a:effectRef idx="0">
            <a:schemeClr val="accent1"/>
          </a:effectRef>
          <a:fontRef idx="minor">
            <a:schemeClr val="tx1"/>
          </a:fontRef>
        </p:style>
      </p:cxnSp>
      <p:sp>
        <p:nvSpPr>
          <p:cNvPr id="20" name="Espace réservé du texte 9"/>
          <p:cNvSpPr>
            <a:spLocks noGrp="1"/>
          </p:cNvSpPr>
          <p:nvPr>
            <p:ph type="body" sz="quarter" idx="15" hasCustomPrompt="1"/>
          </p:nvPr>
        </p:nvSpPr>
        <p:spPr>
          <a:xfrm>
            <a:off x="1775520" y="3602088"/>
            <a:ext cx="8642135" cy="1915144"/>
          </a:xfrm>
        </p:spPr>
        <p:txBody>
          <a:bodyPr anchor="t">
            <a:normAutofit/>
          </a:bodyPr>
          <a:lstStyle>
            <a:lvl1pPr marL="0" indent="0" algn="ctr">
              <a:lnSpc>
                <a:spcPts val="4062"/>
              </a:lnSpc>
              <a:spcBef>
                <a:spcPts val="738"/>
              </a:spcBef>
              <a:buNone/>
              <a:defRPr sz="2954" b="0" baseline="0">
                <a:solidFill>
                  <a:schemeClr val="bg1"/>
                </a:solidFill>
                <a:latin typeface="Arial" panose="020B0604020202020204" pitchFamily="34" charset="0"/>
                <a:cs typeface="Arial" panose="020B0604020202020204" pitchFamily="34" charset="0"/>
              </a:defRPr>
            </a:lvl1pPr>
          </a:lstStyle>
          <a:p>
            <a:pPr lvl="0"/>
            <a:r>
              <a:rPr lang="fr-FR" dirty="0" err="1"/>
              <a:t>dolorem</a:t>
            </a:r>
            <a:r>
              <a:rPr lang="fr-FR" dirty="0"/>
              <a:t> </a:t>
            </a:r>
            <a:r>
              <a:rPr lang="fr-FR" dirty="0" err="1"/>
              <a:t>ipsum</a:t>
            </a:r>
            <a:r>
              <a:rPr lang="fr-FR" dirty="0"/>
              <a:t> quia </a:t>
            </a:r>
            <a:r>
              <a:rPr lang="fr-FR" dirty="0" err="1"/>
              <a:t>dolor</a:t>
            </a:r>
            <a:r>
              <a:rPr lang="fr-FR" dirty="0"/>
              <a:t> </a:t>
            </a:r>
            <a:r>
              <a:rPr lang="fr-FR" dirty="0" err="1"/>
              <a:t>sit</a:t>
            </a:r>
            <a:r>
              <a:rPr lang="fr-FR" dirty="0"/>
              <a:t> </a:t>
            </a:r>
            <a:r>
              <a:rPr lang="fr-FR" dirty="0" err="1"/>
              <a:t>amet</a:t>
            </a:r>
            <a:r>
              <a:rPr lang="fr-FR" dirty="0"/>
              <a:t>, </a:t>
            </a:r>
            <a:r>
              <a:rPr lang="fr-FR" dirty="0" err="1"/>
              <a:t>consectetur</a:t>
            </a:r>
            <a:r>
              <a:rPr lang="fr-FR" dirty="0"/>
              <a:t>, </a:t>
            </a:r>
            <a:r>
              <a:rPr lang="fr-FR" dirty="0" err="1"/>
              <a:t>adipisci</a:t>
            </a:r>
            <a:r>
              <a:rPr lang="fr-FR" dirty="0"/>
              <a:t> </a:t>
            </a:r>
            <a:r>
              <a:rPr lang="fr-FR" dirty="0" err="1"/>
              <a:t>velit</a:t>
            </a:r>
            <a:r>
              <a:rPr lang="fr-FR" dirty="0"/>
              <a:t>, </a:t>
            </a:r>
            <a:r>
              <a:rPr lang="fr-FR" dirty="0" err="1"/>
              <a:t>sed</a:t>
            </a:r>
            <a:r>
              <a:rPr lang="fr-FR" dirty="0"/>
              <a:t> quia non </a:t>
            </a:r>
            <a:r>
              <a:rPr lang="fr-FR" dirty="0" err="1"/>
              <a:t>numquam</a:t>
            </a:r>
            <a:r>
              <a:rPr lang="fr-FR" dirty="0"/>
              <a:t> </a:t>
            </a:r>
            <a:r>
              <a:rPr lang="fr-FR" dirty="0" err="1"/>
              <a:t>eius</a:t>
            </a:r>
            <a:r>
              <a:rPr lang="fr-FR" dirty="0"/>
              <a:t> </a:t>
            </a:r>
            <a:r>
              <a:rPr lang="fr-FR" dirty="0" err="1"/>
              <a:t>modi</a:t>
            </a:r>
            <a:r>
              <a:rPr lang="fr-FR" dirty="0"/>
              <a:t> </a:t>
            </a:r>
            <a:r>
              <a:rPr lang="fr-FR" dirty="0" err="1"/>
              <a:t>tempora</a:t>
            </a:r>
            <a:r>
              <a:rPr lang="fr-FR" dirty="0"/>
              <a:t> </a:t>
            </a:r>
            <a:r>
              <a:rPr lang="fr-FR" dirty="0" err="1"/>
              <a:t>incidunt</a:t>
            </a:r>
            <a:r>
              <a:rPr lang="fr-FR" dirty="0"/>
              <a:t> ut </a:t>
            </a:r>
            <a:r>
              <a:rPr lang="fr-FR" dirty="0" err="1"/>
              <a:t>labore</a:t>
            </a:r>
            <a:r>
              <a:rPr lang="fr-FR" dirty="0"/>
              <a:t> et </a:t>
            </a:r>
            <a:r>
              <a:rPr lang="fr-FR" dirty="0" err="1"/>
              <a:t>dolore</a:t>
            </a:r>
            <a:r>
              <a:rPr lang="fr-FR" dirty="0"/>
              <a:t> </a:t>
            </a:r>
            <a:r>
              <a:rPr lang="fr-FR" dirty="0" err="1"/>
              <a:t>magnam</a:t>
            </a:r>
            <a:r>
              <a:rPr lang="fr-FR" dirty="0"/>
              <a:t> </a:t>
            </a:r>
            <a:r>
              <a:rPr lang="fr-FR" dirty="0" err="1"/>
              <a:t>aliquam</a:t>
            </a:r>
            <a:r>
              <a:rPr lang="fr-FR" dirty="0"/>
              <a:t> </a:t>
            </a:r>
            <a:r>
              <a:rPr lang="fr-FR" dirty="0" err="1"/>
              <a:t>quaerat</a:t>
            </a:r>
            <a:r>
              <a:rPr lang="fr-FR" dirty="0"/>
              <a:t> </a:t>
            </a:r>
            <a:r>
              <a:rPr lang="fr-FR" dirty="0" err="1"/>
              <a:t>voluptatem</a:t>
            </a:r>
            <a:r>
              <a:rPr lang="fr-FR" dirty="0"/>
              <a:t>. </a:t>
            </a:r>
          </a:p>
        </p:txBody>
      </p:sp>
    </p:spTree>
    <p:extLst>
      <p:ext uri="{BB962C8B-B14F-4D97-AF65-F5344CB8AC3E}">
        <p14:creationId xmlns:p14="http://schemas.microsoft.com/office/powerpoint/2010/main" val="2670046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re de partie">
    <p:spTree>
      <p:nvGrpSpPr>
        <p:cNvPr id="1" name=""/>
        <p:cNvGrpSpPr/>
        <p:nvPr/>
      </p:nvGrpSpPr>
      <p:grpSpPr>
        <a:xfrm>
          <a:off x="0" y="0"/>
          <a:ext cx="0" cy="0"/>
          <a:chOff x="0" y="0"/>
          <a:chExt cx="0" cy="0"/>
        </a:xfrm>
      </p:grpSpPr>
      <p:sp>
        <p:nvSpPr>
          <p:cNvPr id="13" name="Espace réservé du texte 9"/>
          <p:cNvSpPr>
            <a:spLocks noGrp="1"/>
          </p:cNvSpPr>
          <p:nvPr>
            <p:ph type="body" sz="quarter" idx="13" hasCustomPrompt="1"/>
          </p:nvPr>
        </p:nvSpPr>
        <p:spPr>
          <a:xfrm>
            <a:off x="867508" y="899270"/>
            <a:ext cx="10456985" cy="1593626"/>
          </a:xfrm>
        </p:spPr>
        <p:txBody>
          <a:bodyPr anchor="b">
            <a:normAutofit/>
          </a:bodyPr>
          <a:lstStyle>
            <a:lvl1pPr marL="0" indent="0" algn="ctr">
              <a:buNone/>
              <a:defRPr sz="4923" b="1" baseline="0">
                <a:solidFill>
                  <a:srgbClr val="F59100"/>
                </a:solidFill>
                <a:latin typeface="Arial" panose="020B0604020202020204" pitchFamily="34" charset="0"/>
                <a:cs typeface="Arial" panose="020B0604020202020204" pitchFamily="34" charset="0"/>
              </a:defRPr>
            </a:lvl1pPr>
          </a:lstStyle>
          <a:p>
            <a:pPr lvl="0"/>
            <a:r>
              <a:rPr lang="fr-FR" dirty="0" err="1"/>
              <a:t>Temporibus</a:t>
            </a:r>
            <a:r>
              <a:rPr lang="fr-FR" dirty="0"/>
              <a:t> </a:t>
            </a:r>
            <a:r>
              <a:rPr lang="fr-FR" dirty="0" err="1"/>
              <a:t>autem</a:t>
            </a:r>
            <a:r>
              <a:rPr lang="fr-FR" dirty="0"/>
              <a:t> </a:t>
            </a:r>
            <a:r>
              <a:rPr lang="fr-FR" dirty="0" err="1"/>
              <a:t>quibusdamet</a:t>
            </a:r>
            <a:r>
              <a:rPr lang="fr-FR" dirty="0"/>
              <a:t> </a:t>
            </a:r>
            <a:r>
              <a:rPr lang="fr-FR" dirty="0" err="1"/>
              <a:t>aut</a:t>
            </a:r>
            <a:r>
              <a:rPr lang="fr-FR" dirty="0"/>
              <a:t> </a:t>
            </a:r>
            <a:r>
              <a:rPr lang="fr-FR" dirty="0" err="1"/>
              <a:t>officiis</a:t>
            </a:r>
            <a:r>
              <a:rPr lang="fr-FR" dirty="0"/>
              <a:t> </a:t>
            </a:r>
            <a:r>
              <a:rPr lang="fr-FR" dirty="0" err="1"/>
              <a:t>debitis</a:t>
            </a:r>
            <a:r>
              <a:rPr lang="fr-FR" dirty="0"/>
              <a:t>.</a:t>
            </a:r>
          </a:p>
        </p:txBody>
      </p:sp>
      <p:sp>
        <p:nvSpPr>
          <p:cNvPr id="20" name="Espace réservé du texte 9"/>
          <p:cNvSpPr>
            <a:spLocks noGrp="1"/>
          </p:cNvSpPr>
          <p:nvPr>
            <p:ph type="body" sz="quarter" idx="15" hasCustomPrompt="1"/>
          </p:nvPr>
        </p:nvSpPr>
        <p:spPr>
          <a:xfrm>
            <a:off x="1774932" y="2852936"/>
            <a:ext cx="8642135" cy="1915144"/>
          </a:xfrm>
        </p:spPr>
        <p:txBody>
          <a:bodyPr anchor="t">
            <a:normAutofit/>
          </a:bodyPr>
          <a:lstStyle>
            <a:lvl1pPr marL="0" indent="0" algn="ctr">
              <a:lnSpc>
                <a:spcPts val="4062"/>
              </a:lnSpc>
              <a:spcBef>
                <a:spcPts val="738"/>
              </a:spcBef>
              <a:buNone/>
              <a:defRPr sz="2831" b="0" baseline="0">
                <a:solidFill>
                  <a:schemeClr val="bg1">
                    <a:lumMod val="50000"/>
                  </a:schemeClr>
                </a:solidFill>
                <a:latin typeface="Arial" panose="020B0604020202020204" pitchFamily="34" charset="0"/>
                <a:cs typeface="Arial" panose="020B0604020202020204" pitchFamily="34" charset="0"/>
              </a:defRPr>
            </a:lvl1pPr>
          </a:lstStyle>
          <a:p>
            <a:pPr lvl="0"/>
            <a:r>
              <a:rPr lang="fr-FR" dirty="0" err="1"/>
              <a:t>Dolorem</a:t>
            </a:r>
            <a:r>
              <a:rPr lang="fr-FR" dirty="0"/>
              <a:t> </a:t>
            </a:r>
            <a:r>
              <a:rPr lang="fr-FR" dirty="0" err="1"/>
              <a:t>ipsum</a:t>
            </a:r>
            <a:r>
              <a:rPr lang="fr-FR" dirty="0"/>
              <a:t> quia </a:t>
            </a:r>
            <a:r>
              <a:rPr lang="fr-FR" dirty="0" err="1"/>
              <a:t>dolor</a:t>
            </a:r>
            <a:r>
              <a:rPr lang="fr-FR" dirty="0"/>
              <a:t> </a:t>
            </a:r>
            <a:r>
              <a:rPr lang="fr-FR" dirty="0" err="1"/>
              <a:t>sit</a:t>
            </a:r>
            <a:r>
              <a:rPr lang="fr-FR" dirty="0"/>
              <a:t> </a:t>
            </a:r>
            <a:r>
              <a:rPr lang="fr-FR" dirty="0" err="1"/>
              <a:t>amet</a:t>
            </a:r>
            <a:r>
              <a:rPr lang="fr-FR" dirty="0"/>
              <a:t>, </a:t>
            </a:r>
            <a:r>
              <a:rPr lang="fr-FR" dirty="0" err="1"/>
              <a:t>consectetur</a:t>
            </a:r>
            <a:r>
              <a:rPr lang="fr-FR" dirty="0"/>
              <a:t>, </a:t>
            </a:r>
            <a:r>
              <a:rPr lang="fr-FR" dirty="0" err="1"/>
              <a:t>adipisci</a:t>
            </a:r>
            <a:r>
              <a:rPr lang="fr-FR" dirty="0"/>
              <a:t> </a:t>
            </a:r>
            <a:r>
              <a:rPr lang="fr-FR" dirty="0" err="1"/>
              <a:t>velit</a:t>
            </a:r>
            <a:r>
              <a:rPr lang="fr-FR" dirty="0"/>
              <a:t>, </a:t>
            </a:r>
            <a:r>
              <a:rPr lang="fr-FR" dirty="0" err="1"/>
              <a:t>sed</a:t>
            </a:r>
            <a:r>
              <a:rPr lang="fr-FR" dirty="0"/>
              <a:t> quia non </a:t>
            </a:r>
            <a:r>
              <a:rPr lang="fr-FR" dirty="0" err="1"/>
              <a:t>numquam</a:t>
            </a:r>
            <a:r>
              <a:rPr lang="fr-FR" dirty="0"/>
              <a:t> </a:t>
            </a:r>
            <a:r>
              <a:rPr lang="fr-FR" dirty="0" err="1"/>
              <a:t>eius</a:t>
            </a:r>
            <a:r>
              <a:rPr lang="fr-FR" dirty="0"/>
              <a:t> </a:t>
            </a:r>
            <a:r>
              <a:rPr lang="fr-FR" dirty="0" err="1"/>
              <a:t>modi</a:t>
            </a:r>
            <a:r>
              <a:rPr lang="fr-FR" dirty="0"/>
              <a:t> </a:t>
            </a:r>
            <a:r>
              <a:rPr lang="fr-FR" dirty="0" err="1"/>
              <a:t>tempora</a:t>
            </a:r>
            <a:r>
              <a:rPr lang="fr-FR" dirty="0"/>
              <a:t> </a:t>
            </a:r>
            <a:r>
              <a:rPr lang="fr-FR" dirty="0" err="1"/>
              <a:t>incidunt</a:t>
            </a:r>
            <a:r>
              <a:rPr lang="fr-FR" dirty="0"/>
              <a:t> ut </a:t>
            </a:r>
            <a:r>
              <a:rPr lang="fr-FR" dirty="0" err="1"/>
              <a:t>labore</a:t>
            </a:r>
            <a:r>
              <a:rPr lang="fr-FR" dirty="0"/>
              <a:t> et </a:t>
            </a:r>
            <a:r>
              <a:rPr lang="fr-FR" dirty="0" err="1"/>
              <a:t>dolore</a:t>
            </a:r>
            <a:r>
              <a:rPr lang="fr-FR" dirty="0"/>
              <a:t> </a:t>
            </a:r>
            <a:r>
              <a:rPr lang="fr-FR" dirty="0" err="1"/>
              <a:t>magnam</a:t>
            </a:r>
            <a:r>
              <a:rPr lang="fr-FR" dirty="0"/>
              <a:t> </a:t>
            </a:r>
            <a:r>
              <a:rPr lang="fr-FR" dirty="0" err="1"/>
              <a:t>aliquam</a:t>
            </a:r>
            <a:r>
              <a:rPr lang="fr-FR" dirty="0"/>
              <a:t> </a:t>
            </a:r>
            <a:r>
              <a:rPr lang="fr-FR" dirty="0" err="1"/>
              <a:t>quaerat</a:t>
            </a:r>
            <a:r>
              <a:rPr lang="fr-FR" dirty="0"/>
              <a:t> </a:t>
            </a:r>
            <a:r>
              <a:rPr lang="fr-FR" dirty="0" err="1"/>
              <a:t>voluptatem</a:t>
            </a:r>
            <a:r>
              <a:rPr lang="fr-FR" dirty="0"/>
              <a:t>. </a:t>
            </a:r>
          </a:p>
        </p:txBody>
      </p:sp>
      <p:sp>
        <p:nvSpPr>
          <p:cNvPr id="4" name="Espace réservé du texte 2"/>
          <p:cNvSpPr>
            <a:spLocks noGrp="1"/>
          </p:cNvSpPr>
          <p:nvPr>
            <p:ph type="body" sz="quarter" idx="18" hasCustomPrompt="1"/>
          </p:nvPr>
        </p:nvSpPr>
        <p:spPr>
          <a:xfrm>
            <a:off x="1159496" y="6262929"/>
            <a:ext cx="4176713" cy="241001"/>
          </a:xfrm>
        </p:spPr>
        <p:txBody>
          <a:bodyPr>
            <a:noAutofit/>
          </a:bodyPr>
          <a:lstStyle>
            <a:lvl1pPr marL="0" indent="0">
              <a:buNone/>
              <a:defRPr sz="1000" b="1" baseline="0">
                <a:solidFill>
                  <a:schemeClr val="tx1">
                    <a:lumMod val="65000"/>
                    <a:lumOff val="35000"/>
                  </a:schemeClr>
                </a:solidFill>
              </a:defRPr>
            </a:lvl1pPr>
            <a:lvl2pPr>
              <a:defRPr sz="1000"/>
            </a:lvl2pPr>
            <a:lvl3pPr>
              <a:defRPr sz="1000"/>
            </a:lvl3pPr>
            <a:lvl4pPr>
              <a:defRPr sz="1000"/>
            </a:lvl4pPr>
            <a:lvl5pPr>
              <a:defRPr sz="1000"/>
            </a:lvl5pPr>
          </a:lstStyle>
          <a:p>
            <a:pPr lvl="0"/>
            <a:r>
              <a:rPr lang="fr-FR" dirty="0"/>
              <a:t>OBJET DE LA PRESENTATION – XX/XX/XXXX</a:t>
            </a:r>
          </a:p>
        </p:txBody>
      </p:sp>
      <p:sp>
        <p:nvSpPr>
          <p:cNvPr id="5" name="Espace réservé du texte 2"/>
          <p:cNvSpPr>
            <a:spLocks noGrp="1"/>
          </p:cNvSpPr>
          <p:nvPr>
            <p:ph type="body" sz="quarter" idx="20" hasCustomPrompt="1"/>
          </p:nvPr>
        </p:nvSpPr>
        <p:spPr>
          <a:xfrm>
            <a:off x="1156620" y="6475714"/>
            <a:ext cx="4176713" cy="241001"/>
          </a:xfrm>
        </p:spPr>
        <p:txBody>
          <a:bodyPr>
            <a:noAutofit/>
          </a:bodyPr>
          <a:lstStyle>
            <a:lvl1pPr marL="0" indent="0">
              <a:buNone/>
              <a:defRPr sz="1000" b="0" baseline="0">
                <a:solidFill>
                  <a:schemeClr val="tx1">
                    <a:lumMod val="65000"/>
                    <a:lumOff val="35000"/>
                  </a:schemeClr>
                </a:solidFill>
              </a:defRPr>
            </a:lvl1pPr>
            <a:lvl2pPr>
              <a:defRPr sz="1000"/>
            </a:lvl2pPr>
            <a:lvl3pPr>
              <a:defRPr sz="1000"/>
            </a:lvl3pPr>
            <a:lvl4pPr>
              <a:defRPr sz="1000"/>
            </a:lvl4pPr>
            <a:lvl5pPr>
              <a:defRPr sz="1000"/>
            </a:lvl5pPr>
          </a:lstStyle>
          <a:p>
            <a:pPr lvl="0"/>
            <a:r>
              <a:rPr lang="fr-FR" dirty="0"/>
              <a:t>Mention spéciales</a:t>
            </a:r>
          </a:p>
        </p:txBody>
      </p:sp>
      <p:sp>
        <p:nvSpPr>
          <p:cNvPr id="8" name="Rectangle 7"/>
          <p:cNvSpPr/>
          <p:nvPr userDrawn="1"/>
        </p:nvSpPr>
        <p:spPr>
          <a:xfrm>
            <a:off x="479376" y="6262930"/>
            <a:ext cx="504056" cy="453786"/>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9" name="ZoneTexte 8"/>
          <p:cNvSpPr txBox="1"/>
          <p:nvPr userDrawn="1"/>
        </p:nvSpPr>
        <p:spPr>
          <a:xfrm>
            <a:off x="443372" y="6320546"/>
            <a:ext cx="576064" cy="338554"/>
          </a:xfrm>
          <a:prstGeom prst="rect">
            <a:avLst/>
          </a:prstGeom>
          <a:noFill/>
        </p:spPr>
        <p:txBody>
          <a:bodyPr wrap="square" rtlCol="0" anchor="ctr">
            <a:spAutoFit/>
          </a:bodyPr>
          <a:lstStyle/>
          <a:p>
            <a:pPr marL="0" marR="0" indent="0" algn="ctr" defTabSz="914400" rtl="0" eaLnBrk="1" fontAlgn="auto" latinLnBrk="0" hangingPunct="1">
              <a:lnSpc>
                <a:spcPct val="100000"/>
              </a:lnSpc>
              <a:spcBef>
                <a:spcPts val="0"/>
              </a:spcBef>
              <a:spcAft>
                <a:spcPts val="0"/>
              </a:spcAft>
              <a:buClrTx/>
              <a:buSzTx/>
              <a:buFontTx/>
              <a:buNone/>
              <a:tabLst/>
            </a:pPr>
            <a:fld id="{C00337EC-70DC-4EB2-AB21-5CBC0065E6DE}" type="slidenum">
              <a:rPr lang="fr-FR" sz="1600" b="1" i="0" kern="1200" smtClean="0">
                <a:solidFill>
                  <a:schemeClr val="bg1">
                    <a:lumMod val="50000"/>
                  </a:schemeClr>
                </a:solidFill>
                <a:effectLst/>
                <a:latin typeface="Arial" charset="0"/>
                <a:ea typeface="Arial" charset="0"/>
                <a:cs typeface="Arial" charset="0"/>
              </a:rPr>
              <a:pPr marL="0" marR="0" indent="0" algn="ctr" defTabSz="914400" rtl="0" eaLnBrk="1" fontAlgn="auto" latinLnBrk="0" hangingPunct="1">
                <a:lnSpc>
                  <a:spcPct val="100000"/>
                </a:lnSpc>
                <a:spcBef>
                  <a:spcPts val="0"/>
                </a:spcBef>
                <a:spcAft>
                  <a:spcPts val="0"/>
                </a:spcAft>
                <a:buClrTx/>
                <a:buSzTx/>
                <a:buFontTx/>
                <a:buNone/>
                <a:tabLst/>
              </a:pPr>
              <a:t>‹N°›</a:t>
            </a:fld>
            <a:endParaRPr lang="fr-FR" sz="700" b="1" i="0" kern="1200" dirty="0">
              <a:solidFill>
                <a:schemeClr val="bg1">
                  <a:lumMod val="50000"/>
                </a:schemeClr>
              </a:solidFill>
              <a:effectLst/>
              <a:latin typeface="Arial" charset="0"/>
              <a:ea typeface="Arial" charset="0"/>
              <a:cs typeface="Arial" charset="0"/>
            </a:endParaRPr>
          </a:p>
        </p:txBody>
      </p:sp>
    </p:spTree>
    <p:extLst>
      <p:ext uri="{BB962C8B-B14F-4D97-AF65-F5344CB8AC3E}">
        <p14:creationId xmlns:p14="http://schemas.microsoft.com/office/powerpoint/2010/main" val="32319960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Couverture">
    <p:spTree>
      <p:nvGrpSpPr>
        <p:cNvPr id="1" name=""/>
        <p:cNvGrpSpPr/>
        <p:nvPr/>
      </p:nvGrpSpPr>
      <p:grpSpPr>
        <a:xfrm>
          <a:off x="0" y="0"/>
          <a:ext cx="0" cy="0"/>
          <a:chOff x="0" y="0"/>
          <a:chExt cx="0" cy="0"/>
        </a:xfrm>
      </p:grpSpPr>
      <p:sp>
        <p:nvSpPr>
          <p:cNvPr id="4" name="Espace réservé pour une image  3"/>
          <p:cNvSpPr>
            <a:spLocks noGrp="1"/>
          </p:cNvSpPr>
          <p:nvPr>
            <p:ph type="pic" sz="quarter" idx="16"/>
          </p:nvPr>
        </p:nvSpPr>
        <p:spPr>
          <a:xfrm>
            <a:off x="0" y="1588"/>
            <a:ext cx="8472488" cy="6856412"/>
          </a:xfrm>
        </p:spPr>
        <p:txBody>
          <a:bodyPr/>
          <a:lstStyle/>
          <a:p>
            <a:endParaRPr lang="fr-FR" dirty="0"/>
          </a:p>
        </p:txBody>
      </p:sp>
      <p:sp>
        <p:nvSpPr>
          <p:cNvPr id="5" name="Rectangle 4"/>
          <p:cNvSpPr/>
          <p:nvPr userDrawn="1"/>
        </p:nvSpPr>
        <p:spPr>
          <a:xfrm>
            <a:off x="0" y="1588"/>
            <a:ext cx="8472264" cy="6856411"/>
          </a:xfrm>
          <a:prstGeom prst="rect">
            <a:avLst/>
          </a:prstGeom>
          <a:solidFill>
            <a:schemeClr val="bg1">
              <a:lumMod val="95000"/>
            </a:schemeClr>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7" name="Rectangle 6"/>
          <p:cNvSpPr/>
          <p:nvPr userDrawn="1"/>
        </p:nvSpPr>
        <p:spPr>
          <a:xfrm>
            <a:off x="8472264" y="2320"/>
            <a:ext cx="3719736" cy="6855679"/>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215" dirty="0">
              <a:solidFill>
                <a:srgbClr val="2F3130"/>
              </a:solidFill>
            </a:endParaRPr>
          </a:p>
        </p:txBody>
      </p:sp>
      <p:sp>
        <p:nvSpPr>
          <p:cNvPr id="14" name="Espace réservé du texte 9"/>
          <p:cNvSpPr>
            <a:spLocks noGrp="1"/>
          </p:cNvSpPr>
          <p:nvPr>
            <p:ph type="body" sz="quarter" idx="13" hasCustomPrompt="1"/>
          </p:nvPr>
        </p:nvSpPr>
        <p:spPr>
          <a:xfrm>
            <a:off x="8760296" y="764704"/>
            <a:ext cx="3155768" cy="1904012"/>
          </a:xfrm>
        </p:spPr>
        <p:txBody>
          <a:bodyPr anchor="b">
            <a:noAutofit/>
          </a:bodyPr>
          <a:lstStyle>
            <a:lvl1pPr marL="0" indent="0" algn="l">
              <a:buNone/>
              <a:defRPr sz="2400" b="1" baseline="0">
                <a:solidFill>
                  <a:srgbClr val="F59100"/>
                </a:solidFill>
                <a:latin typeface="Arial" panose="020B0604020202020204" pitchFamily="34" charset="0"/>
                <a:cs typeface="Arial" panose="020B0604020202020204" pitchFamily="34" charset="0"/>
              </a:defRPr>
            </a:lvl1pPr>
          </a:lstStyle>
          <a:p>
            <a:pPr lvl="0"/>
            <a:r>
              <a:rPr lang="fr-FR" dirty="0" err="1"/>
              <a:t>Temporibus</a:t>
            </a:r>
            <a:r>
              <a:rPr lang="fr-FR" dirty="0"/>
              <a:t> </a:t>
            </a:r>
            <a:r>
              <a:rPr lang="fr-FR" dirty="0" err="1"/>
              <a:t>autem</a:t>
            </a:r>
            <a:r>
              <a:rPr lang="fr-FR" dirty="0"/>
              <a:t> </a:t>
            </a:r>
            <a:r>
              <a:rPr lang="fr-FR" dirty="0" err="1"/>
              <a:t>quibusdam</a:t>
            </a:r>
            <a:br>
              <a:rPr lang="fr-FR" dirty="0"/>
            </a:br>
            <a:r>
              <a:rPr lang="fr-FR" dirty="0"/>
              <a:t>et </a:t>
            </a:r>
            <a:r>
              <a:rPr lang="fr-FR" dirty="0" err="1"/>
              <a:t>aut</a:t>
            </a:r>
            <a:r>
              <a:rPr lang="fr-FR" dirty="0"/>
              <a:t> </a:t>
            </a:r>
            <a:r>
              <a:rPr lang="fr-FR" dirty="0" err="1"/>
              <a:t>officiis</a:t>
            </a:r>
            <a:r>
              <a:rPr lang="fr-FR" dirty="0"/>
              <a:t> </a:t>
            </a:r>
            <a:r>
              <a:rPr lang="fr-FR" dirty="0" err="1"/>
              <a:t>debitis</a:t>
            </a:r>
            <a:endParaRPr lang="fr-FR" dirty="0"/>
          </a:p>
        </p:txBody>
      </p:sp>
      <p:sp>
        <p:nvSpPr>
          <p:cNvPr id="18" name="Espace réservé du texte 16"/>
          <p:cNvSpPr>
            <a:spLocks noGrp="1"/>
          </p:cNvSpPr>
          <p:nvPr>
            <p:ph type="body" sz="quarter" idx="15" hasCustomPrompt="1"/>
          </p:nvPr>
        </p:nvSpPr>
        <p:spPr>
          <a:xfrm>
            <a:off x="8760296" y="2996952"/>
            <a:ext cx="3155768" cy="2160240"/>
          </a:xfrm>
        </p:spPr>
        <p:txBody>
          <a:bodyPr>
            <a:normAutofit/>
          </a:bodyPr>
          <a:lstStyle>
            <a:lvl1pPr marL="0" indent="0" algn="l">
              <a:buNone/>
              <a:defRPr sz="1969">
                <a:solidFill>
                  <a:schemeClr val="bg1">
                    <a:lumMod val="50000"/>
                  </a:schemeClr>
                </a:solidFill>
                <a:latin typeface="Arial" panose="020B0604020202020204" pitchFamily="34" charset="0"/>
                <a:cs typeface="Arial" panose="020B0604020202020204" pitchFamily="34" charset="0"/>
              </a:defRPr>
            </a:lvl1pPr>
          </a:lstStyle>
          <a:p>
            <a:pPr lvl="0"/>
            <a:r>
              <a:rPr lang="fr-FR" dirty="0" err="1"/>
              <a:t>Consectetur</a:t>
            </a:r>
            <a:r>
              <a:rPr lang="fr-FR" dirty="0"/>
              <a:t>, </a:t>
            </a:r>
            <a:r>
              <a:rPr lang="fr-FR" dirty="0" err="1"/>
              <a:t>adipisci</a:t>
            </a:r>
            <a:r>
              <a:rPr lang="fr-FR" dirty="0"/>
              <a:t> </a:t>
            </a:r>
            <a:r>
              <a:rPr lang="fr-FR" dirty="0" err="1"/>
              <a:t>velit</a:t>
            </a:r>
            <a:r>
              <a:rPr lang="fr-FR" dirty="0"/>
              <a:t>, </a:t>
            </a:r>
            <a:r>
              <a:rPr lang="fr-FR" dirty="0" err="1"/>
              <a:t>sed</a:t>
            </a:r>
            <a:r>
              <a:rPr lang="fr-FR" dirty="0"/>
              <a:t> quia non </a:t>
            </a:r>
            <a:r>
              <a:rPr lang="fr-FR" dirty="0" err="1"/>
              <a:t>numquam</a:t>
            </a:r>
            <a:r>
              <a:rPr lang="fr-FR" dirty="0"/>
              <a:t> </a:t>
            </a:r>
            <a:r>
              <a:rPr lang="fr-FR" dirty="0" err="1"/>
              <a:t>eius</a:t>
            </a:r>
            <a:endParaRPr lang="fr-FR" dirty="0"/>
          </a:p>
        </p:txBody>
      </p:sp>
      <p:cxnSp>
        <p:nvCxnSpPr>
          <p:cNvPr id="8" name="Connecteur droit 7"/>
          <p:cNvCxnSpPr/>
          <p:nvPr userDrawn="1"/>
        </p:nvCxnSpPr>
        <p:spPr>
          <a:xfrm flipV="1">
            <a:off x="8902460" y="2780928"/>
            <a:ext cx="2909114" cy="5404"/>
          </a:xfrm>
          <a:prstGeom prst="line">
            <a:avLst/>
          </a:prstGeom>
          <a:ln w="12700">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sp>
        <p:nvSpPr>
          <p:cNvPr id="13" name="Rectangle 12"/>
          <p:cNvSpPr/>
          <p:nvPr userDrawn="1"/>
        </p:nvSpPr>
        <p:spPr>
          <a:xfrm>
            <a:off x="479376" y="6262930"/>
            <a:ext cx="504056" cy="45378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5" name="ZoneTexte 14"/>
          <p:cNvSpPr txBox="1"/>
          <p:nvPr userDrawn="1"/>
        </p:nvSpPr>
        <p:spPr>
          <a:xfrm>
            <a:off x="443372" y="6320546"/>
            <a:ext cx="576064" cy="338554"/>
          </a:xfrm>
          <a:prstGeom prst="rect">
            <a:avLst/>
          </a:prstGeom>
          <a:noFill/>
        </p:spPr>
        <p:txBody>
          <a:bodyPr wrap="square" rtlCol="0" anchor="ctr">
            <a:spAutoFit/>
          </a:bodyPr>
          <a:lstStyle/>
          <a:p>
            <a:pPr marL="0" marR="0" indent="0" algn="ctr" defTabSz="914400" rtl="0" eaLnBrk="1" fontAlgn="auto" latinLnBrk="0" hangingPunct="1">
              <a:lnSpc>
                <a:spcPct val="100000"/>
              </a:lnSpc>
              <a:spcBef>
                <a:spcPts val="0"/>
              </a:spcBef>
              <a:spcAft>
                <a:spcPts val="0"/>
              </a:spcAft>
              <a:buClrTx/>
              <a:buSzTx/>
              <a:buFontTx/>
              <a:buNone/>
              <a:tabLst/>
            </a:pPr>
            <a:fld id="{C00337EC-70DC-4EB2-AB21-5CBC0065E6DE}" type="slidenum">
              <a:rPr lang="fr-FR" sz="1600" b="1" i="0" kern="1200" smtClean="0">
                <a:solidFill>
                  <a:schemeClr val="bg1">
                    <a:lumMod val="50000"/>
                  </a:schemeClr>
                </a:solidFill>
                <a:effectLst/>
                <a:latin typeface="Arial" charset="0"/>
                <a:ea typeface="Arial" charset="0"/>
                <a:cs typeface="Arial" charset="0"/>
              </a:rPr>
              <a:pPr marL="0" marR="0" indent="0" algn="ctr" defTabSz="914400" rtl="0" eaLnBrk="1" fontAlgn="auto" latinLnBrk="0" hangingPunct="1">
                <a:lnSpc>
                  <a:spcPct val="100000"/>
                </a:lnSpc>
                <a:spcBef>
                  <a:spcPts val="0"/>
                </a:spcBef>
                <a:spcAft>
                  <a:spcPts val="0"/>
                </a:spcAft>
                <a:buClrTx/>
                <a:buSzTx/>
                <a:buFontTx/>
                <a:buNone/>
                <a:tabLst/>
              </a:pPr>
              <a:t>‹N°›</a:t>
            </a:fld>
            <a:endParaRPr lang="fr-FR" sz="700" b="1" i="0" kern="1200" dirty="0">
              <a:solidFill>
                <a:schemeClr val="bg1">
                  <a:lumMod val="50000"/>
                </a:schemeClr>
              </a:solidFill>
              <a:effectLst/>
              <a:latin typeface="Arial" charset="0"/>
              <a:ea typeface="Arial" charset="0"/>
              <a:cs typeface="Arial" charset="0"/>
            </a:endParaRPr>
          </a:p>
        </p:txBody>
      </p:sp>
    </p:spTree>
    <p:extLst>
      <p:ext uri="{BB962C8B-B14F-4D97-AF65-F5344CB8AC3E}">
        <p14:creationId xmlns:p14="http://schemas.microsoft.com/office/powerpoint/2010/main" val="2556282760"/>
      </p:ext>
    </p:extLst>
  </p:cSld>
  <p:clrMapOvr>
    <a:masterClrMapping/>
  </p:clrMapOvr>
  <p:hf sldNum="0" hd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age Marque/produit">
    <p:spTree>
      <p:nvGrpSpPr>
        <p:cNvPr id="1" name=""/>
        <p:cNvGrpSpPr/>
        <p:nvPr/>
      </p:nvGrpSpPr>
      <p:grpSpPr>
        <a:xfrm>
          <a:off x="0" y="0"/>
          <a:ext cx="0" cy="0"/>
          <a:chOff x="0" y="0"/>
          <a:chExt cx="0" cy="0"/>
        </a:xfrm>
      </p:grpSpPr>
      <p:sp>
        <p:nvSpPr>
          <p:cNvPr id="24" name="Rectangle 23"/>
          <p:cNvSpPr/>
          <p:nvPr userDrawn="1"/>
        </p:nvSpPr>
        <p:spPr>
          <a:xfrm>
            <a:off x="8789" y="0"/>
            <a:ext cx="12192000" cy="191683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215" dirty="0"/>
          </a:p>
        </p:txBody>
      </p:sp>
      <p:sp>
        <p:nvSpPr>
          <p:cNvPr id="28" name="Espace réservé du texte 9"/>
          <p:cNvSpPr>
            <a:spLocks noGrp="1"/>
          </p:cNvSpPr>
          <p:nvPr>
            <p:ph type="body" sz="quarter" idx="17" hasCustomPrompt="1"/>
          </p:nvPr>
        </p:nvSpPr>
        <p:spPr>
          <a:xfrm>
            <a:off x="601784" y="332656"/>
            <a:ext cx="10722708" cy="1224136"/>
          </a:xfrm>
        </p:spPr>
        <p:txBody>
          <a:bodyPr anchor="b">
            <a:noAutofit/>
          </a:bodyPr>
          <a:lstStyle>
            <a:lvl1pPr marL="0" indent="0" algn="l">
              <a:buNone/>
              <a:defRPr sz="4431" baseline="0">
                <a:solidFill>
                  <a:srgbClr val="F59100"/>
                </a:solidFill>
                <a:latin typeface="Arial" panose="020B0604020202020204" pitchFamily="34" charset="0"/>
                <a:cs typeface="Arial" panose="020B0604020202020204" pitchFamily="34" charset="0"/>
              </a:defRPr>
            </a:lvl1pPr>
          </a:lstStyle>
          <a:p>
            <a:pPr lvl="0"/>
            <a:r>
              <a:rPr lang="fr-FR" dirty="0" err="1"/>
              <a:t>Lorem</a:t>
            </a:r>
            <a:r>
              <a:rPr lang="fr-FR" dirty="0"/>
              <a:t> </a:t>
            </a:r>
            <a:r>
              <a:rPr lang="fr-FR" dirty="0" err="1"/>
              <a:t>ipsum</a:t>
            </a:r>
            <a:r>
              <a:rPr lang="fr-FR" dirty="0"/>
              <a:t> </a:t>
            </a:r>
            <a:r>
              <a:rPr lang="fr-FR" dirty="0" err="1"/>
              <a:t>dolor</a:t>
            </a:r>
            <a:r>
              <a:rPr lang="fr-FR" dirty="0"/>
              <a:t> </a:t>
            </a:r>
            <a:r>
              <a:rPr lang="fr-FR" dirty="0" err="1"/>
              <a:t>sit</a:t>
            </a:r>
            <a:r>
              <a:rPr lang="fr-FR" dirty="0"/>
              <a:t> </a:t>
            </a:r>
            <a:r>
              <a:rPr lang="fr-FR" dirty="0" err="1"/>
              <a:t>amet</a:t>
            </a:r>
            <a:r>
              <a:rPr lang="fr-FR" dirty="0"/>
              <a:t>, </a:t>
            </a:r>
            <a:r>
              <a:rPr lang="fr-FR" dirty="0" err="1"/>
              <a:t>consectetur</a:t>
            </a:r>
            <a:r>
              <a:rPr lang="fr-FR" dirty="0"/>
              <a:t> </a:t>
            </a:r>
            <a:r>
              <a:rPr lang="fr-FR" dirty="0" err="1"/>
              <a:t>adipiscing</a:t>
            </a:r>
            <a:r>
              <a:rPr lang="fr-FR" dirty="0"/>
              <a:t> </a:t>
            </a:r>
            <a:r>
              <a:rPr lang="fr-FR" dirty="0" err="1"/>
              <a:t>elit</a:t>
            </a:r>
            <a:r>
              <a:rPr lang="fr-FR" dirty="0"/>
              <a:t>. </a:t>
            </a:r>
          </a:p>
        </p:txBody>
      </p:sp>
      <p:grpSp>
        <p:nvGrpSpPr>
          <p:cNvPr id="6" name="Groupe 5"/>
          <p:cNvGrpSpPr/>
          <p:nvPr userDrawn="1"/>
        </p:nvGrpSpPr>
        <p:grpSpPr>
          <a:xfrm>
            <a:off x="8472264" y="2276872"/>
            <a:ext cx="3463768" cy="3456384"/>
            <a:chOff x="5748810" y="2276872"/>
            <a:chExt cx="3949216" cy="3096344"/>
          </a:xfrm>
        </p:grpSpPr>
        <p:sp>
          <p:nvSpPr>
            <p:cNvPr id="3" name="Rectangle 2"/>
            <p:cNvSpPr/>
            <p:nvPr userDrawn="1"/>
          </p:nvSpPr>
          <p:spPr>
            <a:xfrm>
              <a:off x="6033120" y="2276872"/>
              <a:ext cx="3664906" cy="3096344"/>
            </a:xfrm>
            <a:prstGeom prst="rect">
              <a:avLst/>
            </a:prstGeom>
            <a:solidFill>
              <a:srgbClr val="2F31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215" dirty="0"/>
            </a:p>
          </p:txBody>
        </p:sp>
        <p:sp>
          <p:nvSpPr>
            <p:cNvPr id="5" name="Triangle isocèle 4"/>
            <p:cNvSpPr/>
            <p:nvPr userDrawn="1"/>
          </p:nvSpPr>
          <p:spPr>
            <a:xfrm rot="16200000" flipH="1">
              <a:off x="5745535" y="2496172"/>
              <a:ext cx="506884" cy="500334"/>
            </a:xfrm>
            <a:custGeom>
              <a:avLst/>
              <a:gdLst>
                <a:gd name="connsiteX0" fmla="*/ 0 w 288032"/>
                <a:gd name="connsiteY0" fmla="*/ 288032 h 288032"/>
                <a:gd name="connsiteX1" fmla="*/ 144016 w 288032"/>
                <a:gd name="connsiteY1" fmla="*/ 0 h 288032"/>
                <a:gd name="connsiteX2" fmla="*/ 288032 w 288032"/>
                <a:gd name="connsiteY2" fmla="*/ 288032 h 288032"/>
                <a:gd name="connsiteX3" fmla="*/ 0 w 288032"/>
                <a:gd name="connsiteY3" fmla="*/ 288032 h 288032"/>
                <a:gd name="connsiteX0" fmla="*/ 0 w 147538"/>
                <a:gd name="connsiteY0" fmla="*/ 285651 h 288032"/>
                <a:gd name="connsiteX1" fmla="*/ 3522 w 147538"/>
                <a:gd name="connsiteY1" fmla="*/ 0 h 288032"/>
                <a:gd name="connsiteX2" fmla="*/ 147538 w 147538"/>
                <a:gd name="connsiteY2" fmla="*/ 288032 h 288032"/>
                <a:gd name="connsiteX3" fmla="*/ 0 w 147538"/>
                <a:gd name="connsiteY3" fmla="*/ 285651 h 288032"/>
              </a:gdLst>
              <a:ahLst/>
              <a:cxnLst>
                <a:cxn ang="0">
                  <a:pos x="connsiteX0" y="connsiteY0"/>
                </a:cxn>
                <a:cxn ang="0">
                  <a:pos x="connsiteX1" y="connsiteY1"/>
                </a:cxn>
                <a:cxn ang="0">
                  <a:pos x="connsiteX2" y="connsiteY2"/>
                </a:cxn>
                <a:cxn ang="0">
                  <a:pos x="connsiteX3" y="connsiteY3"/>
                </a:cxn>
              </a:cxnLst>
              <a:rect l="l" t="t" r="r" b="b"/>
              <a:pathLst>
                <a:path w="147538" h="288032">
                  <a:moveTo>
                    <a:pt x="0" y="285651"/>
                  </a:moveTo>
                  <a:lnTo>
                    <a:pt x="3522" y="0"/>
                  </a:lnTo>
                  <a:lnTo>
                    <a:pt x="147538" y="288032"/>
                  </a:lnTo>
                  <a:lnTo>
                    <a:pt x="0" y="285651"/>
                  </a:lnTo>
                  <a:close/>
                </a:path>
              </a:pathLst>
            </a:custGeom>
            <a:solidFill>
              <a:srgbClr val="2F31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215" dirty="0"/>
            </a:p>
          </p:txBody>
        </p:sp>
      </p:grpSp>
      <p:sp>
        <p:nvSpPr>
          <p:cNvPr id="13" name="Espace réservé du texte 12"/>
          <p:cNvSpPr>
            <a:spLocks noGrp="1"/>
          </p:cNvSpPr>
          <p:nvPr>
            <p:ph type="body" sz="quarter" idx="15" hasCustomPrompt="1"/>
          </p:nvPr>
        </p:nvSpPr>
        <p:spPr>
          <a:xfrm>
            <a:off x="9022800" y="2672819"/>
            <a:ext cx="2801528" cy="2811140"/>
          </a:xfrm>
        </p:spPr>
        <p:txBody>
          <a:bodyPr>
            <a:normAutofit/>
          </a:bodyPr>
          <a:lstStyle>
            <a:lvl1pPr marL="0" indent="0">
              <a:buFont typeface="Arial" panose="020B0604020202020204" pitchFamily="34" charset="0"/>
              <a:buNone/>
              <a:tabLst>
                <a:tab pos="216883" algn="l"/>
                <a:tab pos="9269278" algn="l"/>
              </a:tabLst>
              <a:defRPr lang="fr-FR" sz="1723" b="0" i="0" kern="1200" baseline="0" dirty="0">
                <a:solidFill>
                  <a:schemeClr val="bg1"/>
                </a:solidFill>
                <a:effectLst/>
                <a:latin typeface="Arial" panose="020B0604020202020204" pitchFamily="34" charset="0"/>
                <a:ea typeface="+mn-ea"/>
                <a:cs typeface="Arial" panose="020B0604020202020204" pitchFamily="34" charset="0"/>
              </a:defRPr>
            </a:lvl1pPr>
            <a:lvl2pPr marL="562722" indent="0">
              <a:buNone/>
              <a:defRPr sz="2215"/>
            </a:lvl2pPr>
            <a:lvl3pPr marL="1125444" indent="0">
              <a:buNone/>
              <a:defRPr sz="1969"/>
            </a:lvl3pPr>
            <a:lvl4pPr marL="1688165" indent="0">
              <a:buNone/>
              <a:defRPr sz="1723"/>
            </a:lvl4pPr>
            <a:lvl5pPr marL="2250887" indent="0">
              <a:buNone/>
              <a:defRPr sz="1723"/>
            </a:lvl5pPr>
          </a:lstStyle>
          <a:p>
            <a:pPr lvl="0"/>
            <a:r>
              <a:rPr lang="fr-FR" dirty="0"/>
              <a:t>Et </a:t>
            </a:r>
            <a:r>
              <a:rPr lang="fr-FR" dirty="0" err="1"/>
              <a:t>harum</a:t>
            </a:r>
            <a:r>
              <a:rPr lang="fr-FR" dirty="0"/>
              <a:t> </a:t>
            </a:r>
            <a:r>
              <a:rPr lang="fr-FR" dirty="0" err="1"/>
              <a:t>quidem</a:t>
            </a:r>
            <a:r>
              <a:rPr lang="fr-FR" dirty="0"/>
              <a:t> </a:t>
            </a:r>
            <a:r>
              <a:rPr lang="fr-FR" dirty="0" err="1"/>
              <a:t>rerum</a:t>
            </a:r>
            <a:r>
              <a:rPr lang="fr-FR" dirty="0"/>
              <a:t> </a:t>
            </a:r>
            <a:r>
              <a:rPr lang="fr-FR" dirty="0" err="1"/>
              <a:t>facilis</a:t>
            </a:r>
            <a:r>
              <a:rPr lang="fr-FR" dirty="0"/>
              <a:t> est et </a:t>
            </a:r>
            <a:r>
              <a:rPr lang="fr-FR" dirty="0" err="1"/>
              <a:t>expedita</a:t>
            </a:r>
            <a:r>
              <a:rPr lang="fr-FR" dirty="0"/>
              <a:t> </a:t>
            </a:r>
            <a:r>
              <a:rPr lang="fr-FR" dirty="0" err="1"/>
              <a:t>distinctio</a:t>
            </a:r>
            <a:r>
              <a:rPr lang="fr-FR" dirty="0"/>
              <a:t>. </a:t>
            </a:r>
          </a:p>
          <a:p>
            <a:pPr lvl="0"/>
            <a:endParaRPr lang="fr-FR" dirty="0"/>
          </a:p>
          <a:p>
            <a:pPr lvl="0"/>
            <a:r>
              <a:rPr lang="fr-FR" dirty="0"/>
              <a:t>Nam libero </a:t>
            </a:r>
            <a:r>
              <a:rPr lang="fr-FR" dirty="0" err="1"/>
              <a:t>tempore</a:t>
            </a:r>
            <a:r>
              <a:rPr lang="fr-FR" dirty="0"/>
              <a:t>, cum </a:t>
            </a:r>
            <a:r>
              <a:rPr lang="fr-FR" dirty="0" err="1"/>
              <a:t>soluta</a:t>
            </a:r>
            <a:r>
              <a:rPr lang="fr-FR" dirty="0"/>
              <a:t> </a:t>
            </a:r>
            <a:r>
              <a:rPr lang="fr-FR" dirty="0" err="1"/>
              <a:t>nobis</a:t>
            </a:r>
            <a:r>
              <a:rPr lang="fr-FR" dirty="0"/>
              <a:t> est </a:t>
            </a:r>
            <a:r>
              <a:rPr lang="fr-FR" dirty="0" err="1"/>
              <a:t>eligendi</a:t>
            </a:r>
            <a:r>
              <a:rPr lang="fr-FR" dirty="0"/>
              <a:t> </a:t>
            </a:r>
            <a:r>
              <a:rPr lang="fr-FR" dirty="0" err="1"/>
              <a:t>optio</a:t>
            </a:r>
            <a:r>
              <a:rPr lang="fr-FR" dirty="0"/>
              <a:t> </a:t>
            </a:r>
            <a:r>
              <a:rPr lang="fr-FR" dirty="0" err="1"/>
              <a:t>cumque</a:t>
            </a:r>
            <a:r>
              <a:rPr lang="fr-FR" dirty="0"/>
              <a:t> nihil </a:t>
            </a:r>
            <a:r>
              <a:rPr lang="fr-FR" dirty="0" err="1"/>
              <a:t>impedit</a:t>
            </a:r>
            <a:r>
              <a:rPr lang="fr-FR" dirty="0"/>
              <a:t> quo minus id quod maxime </a:t>
            </a:r>
            <a:r>
              <a:rPr lang="fr-FR" dirty="0" err="1"/>
              <a:t>placeat</a:t>
            </a:r>
            <a:r>
              <a:rPr lang="fr-FR" dirty="0"/>
              <a:t> </a:t>
            </a:r>
            <a:r>
              <a:rPr lang="fr-FR" dirty="0" err="1"/>
              <a:t>facere</a:t>
            </a:r>
            <a:endParaRPr lang="fr-FR" dirty="0"/>
          </a:p>
        </p:txBody>
      </p:sp>
      <p:sp>
        <p:nvSpPr>
          <p:cNvPr id="26" name="Espace réservé du texte 6"/>
          <p:cNvSpPr>
            <a:spLocks noGrp="1"/>
          </p:cNvSpPr>
          <p:nvPr>
            <p:ph type="body" sz="quarter" idx="19" hasCustomPrompt="1"/>
          </p:nvPr>
        </p:nvSpPr>
        <p:spPr>
          <a:xfrm>
            <a:off x="601784" y="2276872"/>
            <a:ext cx="6470009" cy="3456384"/>
          </a:xfrm>
        </p:spPr>
        <p:txBody>
          <a:bodyPr/>
          <a:lstStyle>
            <a:lvl1pPr marL="0" indent="0">
              <a:buNone/>
              <a:defRPr lang="fr-FR" sz="2215" b="1" i="0" kern="1200" baseline="0" dirty="0" smtClean="0">
                <a:solidFill>
                  <a:srgbClr val="2F3130"/>
                </a:solidFill>
                <a:effectLst/>
                <a:latin typeface="Arial" panose="020B0604020202020204" pitchFamily="34" charset="0"/>
                <a:ea typeface="+mn-ea"/>
                <a:cs typeface="Arial" panose="020B0604020202020204" pitchFamily="34" charset="0"/>
              </a:defRPr>
            </a:lvl1pPr>
            <a:lvl2pPr marL="0" indent="0" algn="l">
              <a:buNone/>
              <a:defRPr lang="fr-FR" sz="1723" b="0" i="0" kern="1200" baseline="0" dirty="0" smtClean="0">
                <a:solidFill>
                  <a:schemeClr val="bg1">
                    <a:lumMod val="50000"/>
                  </a:schemeClr>
                </a:solidFill>
                <a:effectLst/>
                <a:latin typeface="Arial" panose="020B0604020202020204" pitchFamily="34" charset="0"/>
                <a:ea typeface="+mn-ea"/>
                <a:cs typeface="Arial" panose="020B0604020202020204" pitchFamily="34" charset="0"/>
              </a:defRPr>
            </a:lvl2pPr>
          </a:lstStyle>
          <a:p>
            <a:pPr marL="0" lvl="0" indent="0" algn="just" defTabSz="1125444" rtl="0" eaLnBrk="1" latinLnBrk="0" hangingPunct="1">
              <a:spcBef>
                <a:spcPct val="20000"/>
              </a:spcBef>
              <a:buClr>
                <a:srgbClr val="FFC000"/>
              </a:buClr>
              <a:buFont typeface="Arial" panose="020B0604020202020204" pitchFamily="34" charset="0"/>
              <a:buNone/>
              <a:tabLst>
                <a:tab pos="9269278" algn="l"/>
              </a:tabLst>
            </a:pPr>
            <a:r>
              <a:rPr lang="fr-FR" dirty="0"/>
              <a:t>Modifiez les styles du texte du masque</a:t>
            </a:r>
          </a:p>
          <a:p>
            <a:pPr lvl="1"/>
            <a:r>
              <a:rPr lang="fr-FR" dirty="0"/>
              <a:t>Deuxième niveau</a:t>
            </a:r>
          </a:p>
        </p:txBody>
      </p:sp>
      <p:sp>
        <p:nvSpPr>
          <p:cNvPr id="15" name="Espace réservé du texte 2"/>
          <p:cNvSpPr>
            <a:spLocks noGrp="1"/>
          </p:cNvSpPr>
          <p:nvPr>
            <p:ph type="body" sz="quarter" idx="18" hasCustomPrompt="1"/>
          </p:nvPr>
        </p:nvSpPr>
        <p:spPr>
          <a:xfrm>
            <a:off x="1159496" y="6262929"/>
            <a:ext cx="4176713" cy="241001"/>
          </a:xfrm>
        </p:spPr>
        <p:txBody>
          <a:bodyPr>
            <a:noAutofit/>
          </a:bodyPr>
          <a:lstStyle>
            <a:lvl1pPr marL="0" indent="0">
              <a:buNone/>
              <a:defRPr sz="1000" b="1" baseline="0">
                <a:solidFill>
                  <a:schemeClr val="tx1">
                    <a:lumMod val="65000"/>
                    <a:lumOff val="35000"/>
                  </a:schemeClr>
                </a:solidFill>
              </a:defRPr>
            </a:lvl1pPr>
            <a:lvl2pPr>
              <a:defRPr sz="1000"/>
            </a:lvl2pPr>
            <a:lvl3pPr>
              <a:defRPr sz="1000"/>
            </a:lvl3pPr>
            <a:lvl4pPr>
              <a:defRPr sz="1000"/>
            </a:lvl4pPr>
            <a:lvl5pPr>
              <a:defRPr sz="1000"/>
            </a:lvl5pPr>
          </a:lstStyle>
          <a:p>
            <a:pPr lvl="0"/>
            <a:r>
              <a:rPr lang="fr-FR" dirty="0"/>
              <a:t>OBJET DE LA PRESENTATION – XX/XX/XXXX</a:t>
            </a:r>
          </a:p>
        </p:txBody>
      </p:sp>
      <p:sp>
        <p:nvSpPr>
          <p:cNvPr id="16" name="Espace réservé du texte 2"/>
          <p:cNvSpPr>
            <a:spLocks noGrp="1"/>
          </p:cNvSpPr>
          <p:nvPr>
            <p:ph type="body" sz="quarter" idx="20" hasCustomPrompt="1"/>
          </p:nvPr>
        </p:nvSpPr>
        <p:spPr>
          <a:xfrm>
            <a:off x="1156620" y="6475714"/>
            <a:ext cx="4176713" cy="241001"/>
          </a:xfrm>
        </p:spPr>
        <p:txBody>
          <a:bodyPr>
            <a:noAutofit/>
          </a:bodyPr>
          <a:lstStyle>
            <a:lvl1pPr marL="0" indent="0">
              <a:buNone/>
              <a:defRPr sz="1000" b="0" baseline="0">
                <a:solidFill>
                  <a:schemeClr val="tx1">
                    <a:lumMod val="65000"/>
                    <a:lumOff val="35000"/>
                  </a:schemeClr>
                </a:solidFill>
              </a:defRPr>
            </a:lvl1pPr>
            <a:lvl2pPr>
              <a:defRPr sz="1000"/>
            </a:lvl2pPr>
            <a:lvl3pPr>
              <a:defRPr sz="1000"/>
            </a:lvl3pPr>
            <a:lvl4pPr>
              <a:defRPr sz="1000"/>
            </a:lvl4pPr>
            <a:lvl5pPr>
              <a:defRPr sz="1000"/>
            </a:lvl5pPr>
          </a:lstStyle>
          <a:p>
            <a:pPr lvl="0"/>
            <a:r>
              <a:rPr lang="fr-FR" dirty="0"/>
              <a:t>Mention spéciales</a:t>
            </a:r>
          </a:p>
        </p:txBody>
      </p:sp>
      <p:sp>
        <p:nvSpPr>
          <p:cNvPr id="19" name="Rectangle 18"/>
          <p:cNvSpPr/>
          <p:nvPr userDrawn="1"/>
        </p:nvSpPr>
        <p:spPr>
          <a:xfrm>
            <a:off x="479376" y="6262930"/>
            <a:ext cx="504056" cy="453786"/>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0" name="ZoneTexte 19"/>
          <p:cNvSpPr txBox="1"/>
          <p:nvPr userDrawn="1"/>
        </p:nvSpPr>
        <p:spPr>
          <a:xfrm>
            <a:off x="443372" y="6320546"/>
            <a:ext cx="576064" cy="338554"/>
          </a:xfrm>
          <a:prstGeom prst="rect">
            <a:avLst/>
          </a:prstGeom>
          <a:noFill/>
        </p:spPr>
        <p:txBody>
          <a:bodyPr wrap="square" rtlCol="0" anchor="ctr">
            <a:spAutoFit/>
          </a:bodyPr>
          <a:lstStyle/>
          <a:p>
            <a:pPr marL="0" marR="0" indent="0" algn="ctr" defTabSz="914400" rtl="0" eaLnBrk="1" fontAlgn="auto" latinLnBrk="0" hangingPunct="1">
              <a:lnSpc>
                <a:spcPct val="100000"/>
              </a:lnSpc>
              <a:spcBef>
                <a:spcPts val="0"/>
              </a:spcBef>
              <a:spcAft>
                <a:spcPts val="0"/>
              </a:spcAft>
              <a:buClrTx/>
              <a:buSzTx/>
              <a:buFontTx/>
              <a:buNone/>
              <a:tabLst/>
            </a:pPr>
            <a:fld id="{C00337EC-70DC-4EB2-AB21-5CBC0065E6DE}" type="slidenum">
              <a:rPr lang="fr-FR" sz="1600" b="1" i="0" kern="1200" smtClean="0">
                <a:solidFill>
                  <a:schemeClr val="bg1">
                    <a:lumMod val="50000"/>
                  </a:schemeClr>
                </a:solidFill>
                <a:effectLst/>
                <a:latin typeface="Arial" charset="0"/>
                <a:ea typeface="Arial" charset="0"/>
                <a:cs typeface="Arial" charset="0"/>
              </a:rPr>
              <a:pPr marL="0" marR="0" indent="0" algn="ctr" defTabSz="914400" rtl="0" eaLnBrk="1" fontAlgn="auto" latinLnBrk="0" hangingPunct="1">
                <a:lnSpc>
                  <a:spcPct val="100000"/>
                </a:lnSpc>
                <a:spcBef>
                  <a:spcPts val="0"/>
                </a:spcBef>
                <a:spcAft>
                  <a:spcPts val="0"/>
                </a:spcAft>
                <a:buClrTx/>
                <a:buSzTx/>
                <a:buFontTx/>
                <a:buNone/>
                <a:tabLst/>
              </a:pPr>
              <a:t>‹N°›</a:t>
            </a:fld>
            <a:endParaRPr lang="fr-FR" sz="700" b="1" i="0" kern="1200" dirty="0">
              <a:solidFill>
                <a:schemeClr val="bg1">
                  <a:lumMod val="50000"/>
                </a:schemeClr>
              </a:solidFill>
              <a:effectLst/>
              <a:latin typeface="Arial" charset="0"/>
              <a:ea typeface="Arial" charset="0"/>
              <a:cs typeface="Arial" charset="0"/>
            </a:endParaRPr>
          </a:p>
        </p:txBody>
      </p:sp>
    </p:spTree>
    <p:extLst>
      <p:ext uri="{BB962C8B-B14F-4D97-AF65-F5344CB8AC3E}">
        <p14:creationId xmlns:p14="http://schemas.microsoft.com/office/powerpoint/2010/main" val="2428026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Page Marque/produit">
    <p:spTree>
      <p:nvGrpSpPr>
        <p:cNvPr id="1" name=""/>
        <p:cNvGrpSpPr/>
        <p:nvPr/>
      </p:nvGrpSpPr>
      <p:grpSpPr>
        <a:xfrm>
          <a:off x="0" y="0"/>
          <a:ext cx="0" cy="0"/>
          <a:chOff x="0" y="0"/>
          <a:chExt cx="0" cy="0"/>
        </a:xfrm>
      </p:grpSpPr>
      <p:sp>
        <p:nvSpPr>
          <p:cNvPr id="24" name="Rectangle 23"/>
          <p:cNvSpPr/>
          <p:nvPr userDrawn="1"/>
        </p:nvSpPr>
        <p:spPr>
          <a:xfrm>
            <a:off x="8789" y="0"/>
            <a:ext cx="12192000" cy="191683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215" dirty="0"/>
          </a:p>
        </p:txBody>
      </p:sp>
      <p:sp>
        <p:nvSpPr>
          <p:cNvPr id="28" name="Espace réservé du texte 9"/>
          <p:cNvSpPr>
            <a:spLocks noGrp="1"/>
          </p:cNvSpPr>
          <p:nvPr>
            <p:ph type="body" sz="quarter" idx="17" hasCustomPrompt="1"/>
          </p:nvPr>
        </p:nvSpPr>
        <p:spPr>
          <a:xfrm>
            <a:off x="601784" y="332656"/>
            <a:ext cx="10722708" cy="1224136"/>
          </a:xfrm>
        </p:spPr>
        <p:txBody>
          <a:bodyPr anchor="b">
            <a:noAutofit/>
          </a:bodyPr>
          <a:lstStyle>
            <a:lvl1pPr marL="0" indent="0" algn="l">
              <a:buNone/>
              <a:defRPr sz="4431" baseline="0">
                <a:solidFill>
                  <a:srgbClr val="F59100"/>
                </a:solidFill>
                <a:latin typeface="Arial" panose="020B0604020202020204" pitchFamily="34" charset="0"/>
                <a:cs typeface="Arial" panose="020B0604020202020204" pitchFamily="34" charset="0"/>
              </a:defRPr>
            </a:lvl1pPr>
          </a:lstStyle>
          <a:p>
            <a:pPr lvl="0"/>
            <a:r>
              <a:rPr lang="fr-FR" dirty="0" err="1"/>
              <a:t>Lorem</a:t>
            </a:r>
            <a:r>
              <a:rPr lang="fr-FR" dirty="0"/>
              <a:t> </a:t>
            </a:r>
            <a:r>
              <a:rPr lang="fr-FR" dirty="0" err="1"/>
              <a:t>ipsum</a:t>
            </a:r>
            <a:r>
              <a:rPr lang="fr-FR" dirty="0"/>
              <a:t> </a:t>
            </a:r>
            <a:r>
              <a:rPr lang="fr-FR" dirty="0" err="1"/>
              <a:t>dolor</a:t>
            </a:r>
            <a:r>
              <a:rPr lang="fr-FR" dirty="0"/>
              <a:t> </a:t>
            </a:r>
            <a:r>
              <a:rPr lang="fr-FR" dirty="0" err="1"/>
              <a:t>sit</a:t>
            </a:r>
            <a:r>
              <a:rPr lang="fr-FR" dirty="0"/>
              <a:t> </a:t>
            </a:r>
            <a:r>
              <a:rPr lang="fr-FR" dirty="0" err="1"/>
              <a:t>amet</a:t>
            </a:r>
            <a:r>
              <a:rPr lang="fr-FR" dirty="0"/>
              <a:t>, </a:t>
            </a:r>
            <a:r>
              <a:rPr lang="fr-FR" dirty="0" err="1"/>
              <a:t>consectetur</a:t>
            </a:r>
            <a:r>
              <a:rPr lang="fr-FR" dirty="0"/>
              <a:t> </a:t>
            </a:r>
            <a:r>
              <a:rPr lang="fr-FR" dirty="0" err="1"/>
              <a:t>adipiscing</a:t>
            </a:r>
            <a:r>
              <a:rPr lang="fr-FR" dirty="0"/>
              <a:t> </a:t>
            </a:r>
            <a:r>
              <a:rPr lang="fr-FR" dirty="0" err="1"/>
              <a:t>elit</a:t>
            </a:r>
            <a:r>
              <a:rPr lang="fr-FR" dirty="0"/>
              <a:t>. </a:t>
            </a:r>
          </a:p>
        </p:txBody>
      </p:sp>
      <p:grpSp>
        <p:nvGrpSpPr>
          <p:cNvPr id="6" name="Groupe 5"/>
          <p:cNvGrpSpPr/>
          <p:nvPr userDrawn="1"/>
        </p:nvGrpSpPr>
        <p:grpSpPr>
          <a:xfrm>
            <a:off x="8472264" y="2276872"/>
            <a:ext cx="3463768" cy="3456384"/>
            <a:chOff x="5748810" y="2276872"/>
            <a:chExt cx="3949216" cy="3096344"/>
          </a:xfrm>
        </p:grpSpPr>
        <p:sp>
          <p:nvSpPr>
            <p:cNvPr id="3" name="Rectangle 2"/>
            <p:cNvSpPr/>
            <p:nvPr userDrawn="1"/>
          </p:nvSpPr>
          <p:spPr>
            <a:xfrm>
              <a:off x="6033120" y="2276872"/>
              <a:ext cx="3664906" cy="3096344"/>
            </a:xfrm>
            <a:prstGeom prst="rect">
              <a:avLst/>
            </a:prstGeom>
            <a:solidFill>
              <a:srgbClr val="F59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215" dirty="0"/>
            </a:p>
          </p:txBody>
        </p:sp>
        <p:sp>
          <p:nvSpPr>
            <p:cNvPr id="5" name="Triangle isocèle 4"/>
            <p:cNvSpPr/>
            <p:nvPr userDrawn="1"/>
          </p:nvSpPr>
          <p:spPr>
            <a:xfrm rot="16200000" flipH="1">
              <a:off x="5745535" y="2496172"/>
              <a:ext cx="506884" cy="500334"/>
            </a:xfrm>
            <a:custGeom>
              <a:avLst/>
              <a:gdLst>
                <a:gd name="connsiteX0" fmla="*/ 0 w 288032"/>
                <a:gd name="connsiteY0" fmla="*/ 288032 h 288032"/>
                <a:gd name="connsiteX1" fmla="*/ 144016 w 288032"/>
                <a:gd name="connsiteY1" fmla="*/ 0 h 288032"/>
                <a:gd name="connsiteX2" fmla="*/ 288032 w 288032"/>
                <a:gd name="connsiteY2" fmla="*/ 288032 h 288032"/>
                <a:gd name="connsiteX3" fmla="*/ 0 w 288032"/>
                <a:gd name="connsiteY3" fmla="*/ 288032 h 288032"/>
                <a:gd name="connsiteX0" fmla="*/ 0 w 147538"/>
                <a:gd name="connsiteY0" fmla="*/ 285651 h 288032"/>
                <a:gd name="connsiteX1" fmla="*/ 3522 w 147538"/>
                <a:gd name="connsiteY1" fmla="*/ 0 h 288032"/>
                <a:gd name="connsiteX2" fmla="*/ 147538 w 147538"/>
                <a:gd name="connsiteY2" fmla="*/ 288032 h 288032"/>
                <a:gd name="connsiteX3" fmla="*/ 0 w 147538"/>
                <a:gd name="connsiteY3" fmla="*/ 285651 h 288032"/>
              </a:gdLst>
              <a:ahLst/>
              <a:cxnLst>
                <a:cxn ang="0">
                  <a:pos x="connsiteX0" y="connsiteY0"/>
                </a:cxn>
                <a:cxn ang="0">
                  <a:pos x="connsiteX1" y="connsiteY1"/>
                </a:cxn>
                <a:cxn ang="0">
                  <a:pos x="connsiteX2" y="connsiteY2"/>
                </a:cxn>
                <a:cxn ang="0">
                  <a:pos x="connsiteX3" y="connsiteY3"/>
                </a:cxn>
              </a:cxnLst>
              <a:rect l="l" t="t" r="r" b="b"/>
              <a:pathLst>
                <a:path w="147538" h="288032">
                  <a:moveTo>
                    <a:pt x="0" y="285651"/>
                  </a:moveTo>
                  <a:lnTo>
                    <a:pt x="3522" y="0"/>
                  </a:lnTo>
                  <a:lnTo>
                    <a:pt x="147538" y="288032"/>
                  </a:lnTo>
                  <a:lnTo>
                    <a:pt x="0" y="285651"/>
                  </a:lnTo>
                  <a:close/>
                </a:path>
              </a:pathLst>
            </a:custGeom>
            <a:solidFill>
              <a:srgbClr val="F59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215" dirty="0"/>
            </a:p>
          </p:txBody>
        </p:sp>
      </p:grpSp>
      <p:sp>
        <p:nvSpPr>
          <p:cNvPr id="13" name="Espace réservé du texte 12"/>
          <p:cNvSpPr>
            <a:spLocks noGrp="1"/>
          </p:cNvSpPr>
          <p:nvPr>
            <p:ph type="body" sz="quarter" idx="15" hasCustomPrompt="1"/>
          </p:nvPr>
        </p:nvSpPr>
        <p:spPr>
          <a:xfrm>
            <a:off x="9022800" y="2672819"/>
            <a:ext cx="2801528" cy="2811140"/>
          </a:xfrm>
        </p:spPr>
        <p:txBody>
          <a:bodyPr>
            <a:normAutofit/>
          </a:bodyPr>
          <a:lstStyle>
            <a:lvl1pPr marL="0" indent="0">
              <a:buFont typeface="Arial" panose="020B0604020202020204" pitchFamily="34" charset="0"/>
              <a:buNone/>
              <a:tabLst>
                <a:tab pos="216883" algn="l"/>
                <a:tab pos="9269278" algn="l"/>
              </a:tabLst>
              <a:defRPr lang="fr-FR" sz="1723" b="0" i="0" kern="1200" baseline="0" dirty="0">
                <a:solidFill>
                  <a:schemeClr val="bg1"/>
                </a:solidFill>
                <a:effectLst/>
                <a:latin typeface="Arial" panose="020B0604020202020204" pitchFamily="34" charset="0"/>
                <a:ea typeface="+mn-ea"/>
                <a:cs typeface="Arial" panose="020B0604020202020204" pitchFamily="34" charset="0"/>
              </a:defRPr>
            </a:lvl1pPr>
            <a:lvl2pPr marL="562722" indent="0">
              <a:buNone/>
              <a:defRPr sz="2215"/>
            </a:lvl2pPr>
            <a:lvl3pPr marL="1125444" indent="0">
              <a:buNone/>
              <a:defRPr sz="1969"/>
            </a:lvl3pPr>
            <a:lvl4pPr marL="1688165" indent="0">
              <a:buNone/>
              <a:defRPr sz="1723"/>
            </a:lvl4pPr>
            <a:lvl5pPr marL="2250887" indent="0">
              <a:buNone/>
              <a:defRPr sz="1723"/>
            </a:lvl5pPr>
          </a:lstStyle>
          <a:p>
            <a:pPr lvl="0"/>
            <a:r>
              <a:rPr lang="fr-FR" dirty="0"/>
              <a:t>Et </a:t>
            </a:r>
            <a:r>
              <a:rPr lang="fr-FR" dirty="0" err="1"/>
              <a:t>harum</a:t>
            </a:r>
            <a:r>
              <a:rPr lang="fr-FR" dirty="0"/>
              <a:t> </a:t>
            </a:r>
            <a:r>
              <a:rPr lang="fr-FR" dirty="0" err="1"/>
              <a:t>quidem</a:t>
            </a:r>
            <a:r>
              <a:rPr lang="fr-FR" dirty="0"/>
              <a:t> </a:t>
            </a:r>
            <a:r>
              <a:rPr lang="fr-FR" dirty="0" err="1"/>
              <a:t>rerum</a:t>
            </a:r>
            <a:r>
              <a:rPr lang="fr-FR" dirty="0"/>
              <a:t> </a:t>
            </a:r>
            <a:r>
              <a:rPr lang="fr-FR" dirty="0" err="1"/>
              <a:t>facilis</a:t>
            </a:r>
            <a:r>
              <a:rPr lang="fr-FR" dirty="0"/>
              <a:t> est et </a:t>
            </a:r>
            <a:r>
              <a:rPr lang="fr-FR" dirty="0" err="1"/>
              <a:t>expedita</a:t>
            </a:r>
            <a:r>
              <a:rPr lang="fr-FR" dirty="0"/>
              <a:t> </a:t>
            </a:r>
            <a:r>
              <a:rPr lang="fr-FR" dirty="0" err="1"/>
              <a:t>distinctio</a:t>
            </a:r>
            <a:r>
              <a:rPr lang="fr-FR" dirty="0"/>
              <a:t>. </a:t>
            </a:r>
          </a:p>
          <a:p>
            <a:pPr lvl="0"/>
            <a:endParaRPr lang="fr-FR" dirty="0"/>
          </a:p>
          <a:p>
            <a:pPr lvl="0"/>
            <a:r>
              <a:rPr lang="fr-FR" dirty="0"/>
              <a:t>Nam libero </a:t>
            </a:r>
            <a:r>
              <a:rPr lang="fr-FR" dirty="0" err="1"/>
              <a:t>tempore</a:t>
            </a:r>
            <a:r>
              <a:rPr lang="fr-FR" dirty="0"/>
              <a:t>, cum </a:t>
            </a:r>
            <a:r>
              <a:rPr lang="fr-FR" dirty="0" err="1"/>
              <a:t>soluta</a:t>
            </a:r>
            <a:r>
              <a:rPr lang="fr-FR" dirty="0"/>
              <a:t> </a:t>
            </a:r>
            <a:r>
              <a:rPr lang="fr-FR" dirty="0" err="1"/>
              <a:t>nobis</a:t>
            </a:r>
            <a:r>
              <a:rPr lang="fr-FR" dirty="0"/>
              <a:t> est </a:t>
            </a:r>
            <a:r>
              <a:rPr lang="fr-FR" dirty="0" err="1"/>
              <a:t>eligendi</a:t>
            </a:r>
            <a:r>
              <a:rPr lang="fr-FR" dirty="0"/>
              <a:t> </a:t>
            </a:r>
            <a:r>
              <a:rPr lang="fr-FR" dirty="0" err="1"/>
              <a:t>optio</a:t>
            </a:r>
            <a:r>
              <a:rPr lang="fr-FR" dirty="0"/>
              <a:t> </a:t>
            </a:r>
            <a:r>
              <a:rPr lang="fr-FR" dirty="0" err="1"/>
              <a:t>cumque</a:t>
            </a:r>
            <a:r>
              <a:rPr lang="fr-FR" dirty="0"/>
              <a:t> nihil </a:t>
            </a:r>
            <a:r>
              <a:rPr lang="fr-FR" dirty="0" err="1"/>
              <a:t>impedit</a:t>
            </a:r>
            <a:r>
              <a:rPr lang="fr-FR" dirty="0"/>
              <a:t> quo minus id quod maxime </a:t>
            </a:r>
            <a:r>
              <a:rPr lang="fr-FR" dirty="0" err="1"/>
              <a:t>placeat</a:t>
            </a:r>
            <a:r>
              <a:rPr lang="fr-FR" dirty="0"/>
              <a:t> </a:t>
            </a:r>
            <a:r>
              <a:rPr lang="fr-FR" dirty="0" err="1"/>
              <a:t>facere</a:t>
            </a:r>
            <a:endParaRPr lang="fr-FR" dirty="0"/>
          </a:p>
        </p:txBody>
      </p:sp>
      <p:sp>
        <p:nvSpPr>
          <p:cNvPr id="26" name="Espace réservé du texte 6"/>
          <p:cNvSpPr>
            <a:spLocks noGrp="1"/>
          </p:cNvSpPr>
          <p:nvPr>
            <p:ph type="body" sz="quarter" idx="19" hasCustomPrompt="1"/>
          </p:nvPr>
        </p:nvSpPr>
        <p:spPr>
          <a:xfrm>
            <a:off x="601784" y="2276872"/>
            <a:ext cx="6470009" cy="3456384"/>
          </a:xfrm>
        </p:spPr>
        <p:txBody>
          <a:bodyPr/>
          <a:lstStyle>
            <a:lvl1pPr marL="0" indent="0">
              <a:buNone/>
              <a:defRPr lang="fr-FR" sz="2215" b="1" i="0" kern="1200" baseline="0" dirty="0" smtClean="0">
                <a:solidFill>
                  <a:srgbClr val="2F3130"/>
                </a:solidFill>
                <a:effectLst/>
                <a:latin typeface="Arial" panose="020B0604020202020204" pitchFamily="34" charset="0"/>
                <a:ea typeface="+mn-ea"/>
                <a:cs typeface="Arial" panose="020B0604020202020204" pitchFamily="34" charset="0"/>
              </a:defRPr>
            </a:lvl1pPr>
            <a:lvl2pPr marL="0" indent="0" algn="l">
              <a:buNone/>
              <a:defRPr lang="fr-FR" sz="1723" b="0" i="0" kern="1200" baseline="0" dirty="0" smtClean="0">
                <a:solidFill>
                  <a:schemeClr val="bg1">
                    <a:lumMod val="50000"/>
                  </a:schemeClr>
                </a:solidFill>
                <a:effectLst/>
                <a:latin typeface="Arial" panose="020B0604020202020204" pitchFamily="34" charset="0"/>
                <a:ea typeface="+mn-ea"/>
                <a:cs typeface="Arial" panose="020B0604020202020204" pitchFamily="34" charset="0"/>
              </a:defRPr>
            </a:lvl2pPr>
          </a:lstStyle>
          <a:p>
            <a:pPr marL="0" lvl="0" indent="0" algn="just" defTabSz="1125444" rtl="0" eaLnBrk="1" latinLnBrk="0" hangingPunct="1">
              <a:spcBef>
                <a:spcPct val="20000"/>
              </a:spcBef>
              <a:buClr>
                <a:srgbClr val="FFC000"/>
              </a:buClr>
              <a:buFont typeface="Arial" panose="020B0604020202020204" pitchFamily="34" charset="0"/>
              <a:buNone/>
              <a:tabLst>
                <a:tab pos="9269278" algn="l"/>
              </a:tabLst>
            </a:pPr>
            <a:r>
              <a:rPr lang="fr-FR" dirty="0"/>
              <a:t>Modifiez les styles du texte du masque</a:t>
            </a:r>
          </a:p>
          <a:p>
            <a:pPr lvl="1"/>
            <a:r>
              <a:rPr lang="fr-FR" dirty="0"/>
              <a:t>Deuxième niveau</a:t>
            </a:r>
          </a:p>
        </p:txBody>
      </p:sp>
      <p:sp>
        <p:nvSpPr>
          <p:cNvPr id="10" name="Espace réservé du texte 2"/>
          <p:cNvSpPr>
            <a:spLocks noGrp="1"/>
          </p:cNvSpPr>
          <p:nvPr>
            <p:ph type="body" sz="quarter" idx="18" hasCustomPrompt="1"/>
          </p:nvPr>
        </p:nvSpPr>
        <p:spPr>
          <a:xfrm>
            <a:off x="1159496" y="6262929"/>
            <a:ext cx="4176713" cy="241001"/>
          </a:xfrm>
        </p:spPr>
        <p:txBody>
          <a:bodyPr>
            <a:noAutofit/>
          </a:bodyPr>
          <a:lstStyle>
            <a:lvl1pPr marL="0" indent="0">
              <a:buNone/>
              <a:defRPr sz="1000" b="1" baseline="0">
                <a:solidFill>
                  <a:schemeClr val="tx1">
                    <a:lumMod val="65000"/>
                    <a:lumOff val="35000"/>
                  </a:schemeClr>
                </a:solidFill>
              </a:defRPr>
            </a:lvl1pPr>
            <a:lvl2pPr>
              <a:defRPr sz="1000"/>
            </a:lvl2pPr>
            <a:lvl3pPr>
              <a:defRPr sz="1000"/>
            </a:lvl3pPr>
            <a:lvl4pPr>
              <a:defRPr sz="1000"/>
            </a:lvl4pPr>
            <a:lvl5pPr>
              <a:defRPr sz="1000"/>
            </a:lvl5pPr>
          </a:lstStyle>
          <a:p>
            <a:pPr lvl="0"/>
            <a:r>
              <a:rPr lang="fr-FR" dirty="0"/>
              <a:t>OBJET DE LA PRESENTATION – XX/XX/XXXX</a:t>
            </a:r>
          </a:p>
        </p:txBody>
      </p:sp>
      <p:sp>
        <p:nvSpPr>
          <p:cNvPr id="11" name="Espace réservé du texte 2"/>
          <p:cNvSpPr>
            <a:spLocks noGrp="1"/>
          </p:cNvSpPr>
          <p:nvPr>
            <p:ph type="body" sz="quarter" idx="20" hasCustomPrompt="1"/>
          </p:nvPr>
        </p:nvSpPr>
        <p:spPr>
          <a:xfrm>
            <a:off x="1156620" y="6475714"/>
            <a:ext cx="4176713" cy="241001"/>
          </a:xfrm>
        </p:spPr>
        <p:txBody>
          <a:bodyPr>
            <a:noAutofit/>
          </a:bodyPr>
          <a:lstStyle>
            <a:lvl1pPr marL="0" indent="0">
              <a:buNone/>
              <a:defRPr sz="1000" b="0" baseline="0">
                <a:solidFill>
                  <a:schemeClr val="tx1">
                    <a:lumMod val="65000"/>
                    <a:lumOff val="35000"/>
                  </a:schemeClr>
                </a:solidFill>
              </a:defRPr>
            </a:lvl1pPr>
            <a:lvl2pPr>
              <a:defRPr sz="1000"/>
            </a:lvl2pPr>
            <a:lvl3pPr>
              <a:defRPr sz="1000"/>
            </a:lvl3pPr>
            <a:lvl4pPr>
              <a:defRPr sz="1000"/>
            </a:lvl4pPr>
            <a:lvl5pPr>
              <a:defRPr sz="1000"/>
            </a:lvl5pPr>
          </a:lstStyle>
          <a:p>
            <a:pPr lvl="0"/>
            <a:r>
              <a:rPr lang="fr-FR" dirty="0"/>
              <a:t>Mention spéciales</a:t>
            </a:r>
          </a:p>
        </p:txBody>
      </p:sp>
      <p:sp>
        <p:nvSpPr>
          <p:cNvPr id="15" name="Rectangle 14"/>
          <p:cNvSpPr/>
          <p:nvPr userDrawn="1"/>
        </p:nvSpPr>
        <p:spPr>
          <a:xfrm>
            <a:off x="479376" y="6262930"/>
            <a:ext cx="504056" cy="453786"/>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6" name="ZoneTexte 15"/>
          <p:cNvSpPr txBox="1"/>
          <p:nvPr userDrawn="1"/>
        </p:nvSpPr>
        <p:spPr>
          <a:xfrm>
            <a:off x="443372" y="6320546"/>
            <a:ext cx="576064" cy="338554"/>
          </a:xfrm>
          <a:prstGeom prst="rect">
            <a:avLst/>
          </a:prstGeom>
          <a:noFill/>
        </p:spPr>
        <p:txBody>
          <a:bodyPr wrap="square" rtlCol="0" anchor="ctr">
            <a:spAutoFit/>
          </a:bodyPr>
          <a:lstStyle/>
          <a:p>
            <a:pPr marL="0" marR="0" indent="0" algn="ctr" defTabSz="914400" rtl="0" eaLnBrk="1" fontAlgn="auto" latinLnBrk="0" hangingPunct="1">
              <a:lnSpc>
                <a:spcPct val="100000"/>
              </a:lnSpc>
              <a:spcBef>
                <a:spcPts val="0"/>
              </a:spcBef>
              <a:spcAft>
                <a:spcPts val="0"/>
              </a:spcAft>
              <a:buClrTx/>
              <a:buSzTx/>
              <a:buFontTx/>
              <a:buNone/>
              <a:tabLst/>
            </a:pPr>
            <a:fld id="{C00337EC-70DC-4EB2-AB21-5CBC0065E6DE}" type="slidenum">
              <a:rPr lang="fr-FR" sz="1600" b="1" i="0" kern="1200" smtClean="0">
                <a:solidFill>
                  <a:schemeClr val="bg1">
                    <a:lumMod val="50000"/>
                  </a:schemeClr>
                </a:solidFill>
                <a:effectLst/>
                <a:latin typeface="Arial" charset="0"/>
                <a:ea typeface="Arial" charset="0"/>
                <a:cs typeface="Arial" charset="0"/>
              </a:rPr>
              <a:pPr marL="0" marR="0" indent="0" algn="ctr" defTabSz="914400" rtl="0" eaLnBrk="1" fontAlgn="auto" latinLnBrk="0" hangingPunct="1">
                <a:lnSpc>
                  <a:spcPct val="100000"/>
                </a:lnSpc>
                <a:spcBef>
                  <a:spcPts val="0"/>
                </a:spcBef>
                <a:spcAft>
                  <a:spcPts val="0"/>
                </a:spcAft>
                <a:buClrTx/>
                <a:buSzTx/>
                <a:buFontTx/>
                <a:buNone/>
                <a:tabLst/>
              </a:pPr>
              <a:t>‹N°›</a:t>
            </a:fld>
            <a:endParaRPr lang="fr-FR" sz="700" b="1" i="0" kern="1200" dirty="0">
              <a:solidFill>
                <a:schemeClr val="bg1">
                  <a:lumMod val="50000"/>
                </a:schemeClr>
              </a:solidFill>
              <a:effectLst/>
              <a:latin typeface="Arial" charset="0"/>
              <a:ea typeface="Arial" charset="0"/>
              <a:cs typeface="Arial" charset="0"/>
            </a:endParaRPr>
          </a:p>
        </p:txBody>
      </p:sp>
    </p:spTree>
    <p:extLst>
      <p:ext uri="{BB962C8B-B14F-4D97-AF65-F5344CB8AC3E}">
        <p14:creationId xmlns:p14="http://schemas.microsoft.com/office/powerpoint/2010/main" val="9203520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Page Marque/produit">
    <p:spTree>
      <p:nvGrpSpPr>
        <p:cNvPr id="1" name=""/>
        <p:cNvGrpSpPr/>
        <p:nvPr/>
      </p:nvGrpSpPr>
      <p:grpSpPr>
        <a:xfrm>
          <a:off x="0" y="0"/>
          <a:ext cx="0" cy="0"/>
          <a:chOff x="0" y="0"/>
          <a:chExt cx="0" cy="0"/>
        </a:xfrm>
      </p:grpSpPr>
      <p:sp>
        <p:nvSpPr>
          <p:cNvPr id="24" name="Rectangle 23"/>
          <p:cNvSpPr/>
          <p:nvPr userDrawn="1"/>
        </p:nvSpPr>
        <p:spPr>
          <a:xfrm>
            <a:off x="8789" y="0"/>
            <a:ext cx="12192000" cy="191683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215" dirty="0"/>
          </a:p>
        </p:txBody>
      </p:sp>
      <p:sp>
        <p:nvSpPr>
          <p:cNvPr id="28" name="Espace réservé du texte 9"/>
          <p:cNvSpPr>
            <a:spLocks noGrp="1"/>
          </p:cNvSpPr>
          <p:nvPr>
            <p:ph type="body" sz="quarter" idx="17" hasCustomPrompt="1"/>
          </p:nvPr>
        </p:nvSpPr>
        <p:spPr>
          <a:xfrm>
            <a:off x="601784" y="332656"/>
            <a:ext cx="10722708" cy="1224136"/>
          </a:xfrm>
        </p:spPr>
        <p:txBody>
          <a:bodyPr anchor="b">
            <a:noAutofit/>
          </a:bodyPr>
          <a:lstStyle>
            <a:lvl1pPr marL="0" indent="0" algn="l">
              <a:buNone/>
              <a:defRPr sz="4431" baseline="0">
                <a:solidFill>
                  <a:srgbClr val="F59100"/>
                </a:solidFill>
                <a:latin typeface="Arial" panose="020B0604020202020204" pitchFamily="34" charset="0"/>
                <a:cs typeface="Arial" panose="020B0604020202020204" pitchFamily="34" charset="0"/>
              </a:defRPr>
            </a:lvl1pPr>
          </a:lstStyle>
          <a:p>
            <a:pPr lvl="0"/>
            <a:r>
              <a:rPr lang="fr-FR" dirty="0" err="1"/>
              <a:t>Lorem</a:t>
            </a:r>
            <a:r>
              <a:rPr lang="fr-FR" dirty="0"/>
              <a:t> </a:t>
            </a:r>
            <a:r>
              <a:rPr lang="fr-FR" dirty="0" err="1"/>
              <a:t>ipsum</a:t>
            </a:r>
            <a:r>
              <a:rPr lang="fr-FR" dirty="0"/>
              <a:t> </a:t>
            </a:r>
            <a:r>
              <a:rPr lang="fr-FR" dirty="0" err="1"/>
              <a:t>dolor</a:t>
            </a:r>
            <a:r>
              <a:rPr lang="fr-FR" dirty="0"/>
              <a:t> </a:t>
            </a:r>
            <a:r>
              <a:rPr lang="fr-FR" dirty="0" err="1"/>
              <a:t>sit</a:t>
            </a:r>
            <a:r>
              <a:rPr lang="fr-FR" dirty="0"/>
              <a:t> </a:t>
            </a:r>
            <a:r>
              <a:rPr lang="fr-FR" dirty="0" err="1"/>
              <a:t>amet</a:t>
            </a:r>
            <a:r>
              <a:rPr lang="fr-FR" dirty="0"/>
              <a:t>, </a:t>
            </a:r>
            <a:r>
              <a:rPr lang="fr-FR" dirty="0" err="1"/>
              <a:t>consectetur</a:t>
            </a:r>
            <a:r>
              <a:rPr lang="fr-FR" dirty="0"/>
              <a:t> </a:t>
            </a:r>
            <a:r>
              <a:rPr lang="fr-FR" dirty="0" err="1"/>
              <a:t>adipiscing</a:t>
            </a:r>
            <a:r>
              <a:rPr lang="fr-FR" dirty="0"/>
              <a:t> </a:t>
            </a:r>
            <a:r>
              <a:rPr lang="fr-FR" dirty="0" err="1"/>
              <a:t>elit</a:t>
            </a:r>
            <a:r>
              <a:rPr lang="fr-FR" dirty="0"/>
              <a:t>. </a:t>
            </a:r>
          </a:p>
        </p:txBody>
      </p:sp>
      <p:grpSp>
        <p:nvGrpSpPr>
          <p:cNvPr id="6" name="Groupe 5"/>
          <p:cNvGrpSpPr/>
          <p:nvPr userDrawn="1"/>
        </p:nvGrpSpPr>
        <p:grpSpPr>
          <a:xfrm>
            <a:off x="8472264" y="2276872"/>
            <a:ext cx="3463768" cy="3456384"/>
            <a:chOff x="5748810" y="2276872"/>
            <a:chExt cx="3949216" cy="3096344"/>
          </a:xfrm>
          <a:solidFill>
            <a:srgbClr val="F2F2F2"/>
          </a:solidFill>
        </p:grpSpPr>
        <p:sp>
          <p:nvSpPr>
            <p:cNvPr id="3" name="Rectangle 2"/>
            <p:cNvSpPr/>
            <p:nvPr userDrawn="1"/>
          </p:nvSpPr>
          <p:spPr>
            <a:xfrm>
              <a:off x="6033120" y="2276872"/>
              <a:ext cx="3664906" cy="309634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215" dirty="0"/>
            </a:p>
          </p:txBody>
        </p:sp>
        <p:sp>
          <p:nvSpPr>
            <p:cNvPr id="5" name="Triangle isocèle 4"/>
            <p:cNvSpPr/>
            <p:nvPr userDrawn="1"/>
          </p:nvSpPr>
          <p:spPr>
            <a:xfrm rot="16200000" flipH="1">
              <a:off x="5745535" y="2496172"/>
              <a:ext cx="506884" cy="500334"/>
            </a:xfrm>
            <a:custGeom>
              <a:avLst/>
              <a:gdLst>
                <a:gd name="connsiteX0" fmla="*/ 0 w 288032"/>
                <a:gd name="connsiteY0" fmla="*/ 288032 h 288032"/>
                <a:gd name="connsiteX1" fmla="*/ 144016 w 288032"/>
                <a:gd name="connsiteY1" fmla="*/ 0 h 288032"/>
                <a:gd name="connsiteX2" fmla="*/ 288032 w 288032"/>
                <a:gd name="connsiteY2" fmla="*/ 288032 h 288032"/>
                <a:gd name="connsiteX3" fmla="*/ 0 w 288032"/>
                <a:gd name="connsiteY3" fmla="*/ 288032 h 288032"/>
                <a:gd name="connsiteX0" fmla="*/ 0 w 147538"/>
                <a:gd name="connsiteY0" fmla="*/ 285651 h 288032"/>
                <a:gd name="connsiteX1" fmla="*/ 3522 w 147538"/>
                <a:gd name="connsiteY1" fmla="*/ 0 h 288032"/>
                <a:gd name="connsiteX2" fmla="*/ 147538 w 147538"/>
                <a:gd name="connsiteY2" fmla="*/ 288032 h 288032"/>
                <a:gd name="connsiteX3" fmla="*/ 0 w 147538"/>
                <a:gd name="connsiteY3" fmla="*/ 285651 h 288032"/>
              </a:gdLst>
              <a:ahLst/>
              <a:cxnLst>
                <a:cxn ang="0">
                  <a:pos x="connsiteX0" y="connsiteY0"/>
                </a:cxn>
                <a:cxn ang="0">
                  <a:pos x="connsiteX1" y="connsiteY1"/>
                </a:cxn>
                <a:cxn ang="0">
                  <a:pos x="connsiteX2" y="connsiteY2"/>
                </a:cxn>
                <a:cxn ang="0">
                  <a:pos x="connsiteX3" y="connsiteY3"/>
                </a:cxn>
              </a:cxnLst>
              <a:rect l="l" t="t" r="r" b="b"/>
              <a:pathLst>
                <a:path w="147538" h="288032">
                  <a:moveTo>
                    <a:pt x="0" y="285651"/>
                  </a:moveTo>
                  <a:lnTo>
                    <a:pt x="3522" y="0"/>
                  </a:lnTo>
                  <a:lnTo>
                    <a:pt x="147538" y="288032"/>
                  </a:lnTo>
                  <a:lnTo>
                    <a:pt x="0" y="285651"/>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215" dirty="0"/>
            </a:p>
          </p:txBody>
        </p:sp>
      </p:grpSp>
      <p:sp>
        <p:nvSpPr>
          <p:cNvPr id="13" name="Espace réservé du texte 12"/>
          <p:cNvSpPr>
            <a:spLocks noGrp="1"/>
          </p:cNvSpPr>
          <p:nvPr>
            <p:ph type="body" sz="quarter" idx="15" hasCustomPrompt="1"/>
          </p:nvPr>
        </p:nvSpPr>
        <p:spPr>
          <a:xfrm>
            <a:off x="9022800" y="2672819"/>
            <a:ext cx="2801528" cy="2811140"/>
          </a:xfrm>
        </p:spPr>
        <p:txBody>
          <a:bodyPr>
            <a:normAutofit/>
          </a:bodyPr>
          <a:lstStyle>
            <a:lvl1pPr marL="0" indent="0">
              <a:buFont typeface="Arial" panose="020B0604020202020204" pitchFamily="34" charset="0"/>
              <a:buNone/>
              <a:tabLst>
                <a:tab pos="216883" algn="l"/>
                <a:tab pos="9269278" algn="l"/>
              </a:tabLst>
              <a:defRPr lang="fr-FR" sz="1723" b="0" i="0" kern="1200" baseline="0" dirty="0">
                <a:solidFill>
                  <a:schemeClr val="tx1">
                    <a:lumMod val="65000"/>
                    <a:lumOff val="35000"/>
                  </a:schemeClr>
                </a:solidFill>
                <a:effectLst/>
                <a:latin typeface="Arial" panose="020B0604020202020204" pitchFamily="34" charset="0"/>
                <a:ea typeface="+mn-ea"/>
                <a:cs typeface="Arial" panose="020B0604020202020204" pitchFamily="34" charset="0"/>
              </a:defRPr>
            </a:lvl1pPr>
            <a:lvl2pPr marL="562722" indent="0">
              <a:buNone/>
              <a:defRPr sz="2215"/>
            </a:lvl2pPr>
            <a:lvl3pPr marL="1125444" indent="0">
              <a:buNone/>
              <a:defRPr sz="1969"/>
            </a:lvl3pPr>
            <a:lvl4pPr marL="1688165" indent="0">
              <a:buNone/>
              <a:defRPr sz="1723"/>
            </a:lvl4pPr>
            <a:lvl5pPr marL="2250887" indent="0">
              <a:buNone/>
              <a:defRPr sz="1723"/>
            </a:lvl5pPr>
          </a:lstStyle>
          <a:p>
            <a:pPr lvl="0"/>
            <a:r>
              <a:rPr lang="fr-FR" dirty="0"/>
              <a:t>Et </a:t>
            </a:r>
            <a:r>
              <a:rPr lang="fr-FR" dirty="0" err="1"/>
              <a:t>harum</a:t>
            </a:r>
            <a:r>
              <a:rPr lang="fr-FR" dirty="0"/>
              <a:t> </a:t>
            </a:r>
            <a:r>
              <a:rPr lang="fr-FR" dirty="0" err="1"/>
              <a:t>quidem</a:t>
            </a:r>
            <a:r>
              <a:rPr lang="fr-FR" dirty="0"/>
              <a:t> </a:t>
            </a:r>
            <a:r>
              <a:rPr lang="fr-FR" dirty="0" err="1"/>
              <a:t>rerum</a:t>
            </a:r>
            <a:r>
              <a:rPr lang="fr-FR" dirty="0"/>
              <a:t> </a:t>
            </a:r>
            <a:r>
              <a:rPr lang="fr-FR" dirty="0" err="1"/>
              <a:t>facilis</a:t>
            </a:r>
            <a:r>
              <a:rPr lang="fr-FR" dirty="0"/>
              <a:t> est et </a:t>
            </a:r>
            <a:r>
              <a:rPr lang="fr-FR" dirty="0" err="1"/>
              <a:t>expedita</a:t>
            </a:r>
            <a:r>
              <a:rPr lang="fr-FR" dirty="0"/>
              <a:t> </a:t>
            </a:r>
            <a:r>
              <a:rPr lang="fr-FR" dirty="0" err="1"/>
              <a:t>distinctio</a:t>
            </a:r>
            <a:r>
              <a:rPr lang="fr-FR" dirty="0"/>
              <a:t>. </a:t>
            </a:r>
          </a:p>
          <a:p>
            <a:pPr lvl="0"/>
            <a:endParaRPr lang="fr-FR" dirty="0"/>
          </a:p>
          <a:p>
            <a:pPr lvl="0"/>
            <a:r>
              <a:rPr lang="fr-FR" dirty="0"/>
              <a:t>Nam libero </a:t>
            </a:r>
            <a:r>
              <a:rPr lang="fr-FR" dirty="0" err="1"/>
              <a:t>tempore</a:t>
            </a:r>
            <a:r>
              <a:rPr lang="fr-FR" dirty="0"/>
              <a:t>, cum </a:t>
            </a:r>
            <a:r>
              <a:rPr lang="fr-FR" dirty="0" err="1"/>
              <a:t>soluta</a:t>
            </a:r>
            <a:r>
              <a:rPr lang="fr-FR" dirty="0"/>
              <a:t> </a:t>
            </a:r>
            <a:r>
              <a:rPr lang="fr-FR" dirty="0" err="1"/>
              <a:t>nobis</a:t>
            </a:r>
            <a:r>
              <a:rPr lang="fr-FR" dirty="0"/>
              <a:t> est </a:t>
            </a:r>
            <a:r>
              <a:rPr lang="fr-FR" dirty="0" err="1"/>
              <a:t>eligendi</a:t>
            </a:r>
            <a:r>
              <a:rPr lang="fr-FR" dirty="0"/>
              <a:t> </a:t>
            </a:r>
            <a:r>
              <a:rPr lang="fr-FR" dirty="0" err="1"/>
              <a:t>optio</a:t>
            </a:r>
            <a:r>
              <a:rPr lang="fr-FR" dirty="0"/>
              <a:t> </a:t>
            </a:r>
            <a:r>
              <a:rPr lang="fr-FR" dirty="0" err="1"/>
              <a:t>cumque</a:t>
            </a:r>
            <a:r>
              <a:rPr lang="fr-FR" dirty="0"/>
              <a:t> nihil </a:t>
            </a:r>
            <a:r>
              <a:rPr lang="fr-FR" dirty="0" err="1"/>
              <a:t>impedit</a:t>
            </a:r>
            <a:r>
              <a:rPr lang="fr-FR" dirty="0"/>
              <a:t> quo minus id quod maxime </a:t>
            </a:r>
            <a:r>
              <a:rPr lang="fr-FR" dirty="0" err="1"/>
              <a:t>placeat</a:t>
            </a:r>
            <a:r>
              <a:rPr lang="fr-FR" dirty="0"/>
              <a:t> </a:t>
            </a:r>
            <a:r>
              <a:rPr lang="fr-FR" dirty="0" err="1"/>
              <a:t>facere</a:t>
            </a:r>
            <a:endParaRPr lang="fr-FR" dirty="0"/>
          </a:p>
        </p:txBody>
      </p:sp>
      <p:sp>
        <p:nvSpPr>
          <p:cNvPr id="26" name="Espace réservé du texte 6"/>
          <p:cNvSpPr>
            <a:spLocks noGrp="1"/>
          </p:cNvSpPr>
          <p:nvPr>
            <p:ph type="body" sz="quarter" idx="19" hasCustomPrompt="1"/>
          </p:nvPr>
        </p:nvSpPr>
        <p:spPr>
          <a:xfrm>
            <a:off x="601784" y="2276872"/>
            <a:ext cx="6470009" cy="3456384"/>
          </a:xfrm>
        </p:spPr>
        <p:txBody>
          <a:bodyPr/>
          <a:lstStyle>
            <a:lvl1pPr marL="0" indent="0">
              <a:buNone/>
              <a:defRPr lang="fr-FR" sz="2215" b="1" i="0" kern="1200" baseline="0" dirty="0" smtClean="0">
                <a:solidFill>
                  <a:srgbClr val="2F3130"/>
                </a:solidFill>
                <a:effectLst/>
                <a:latin typeface="Arial" panose="020B0604020202020204" pitchFamily="34" charset="0"/>
                <a:ea typeface="+mn-ea"/>
                <a:cs typeface="Arial" panose="020B0604020202020204" pitchFamily="34" charset="0"/>
              </a:defRPr>
            </a:lvl1pPr>
            <a:lvl2pPr marL="0" indent="0" algn="l">
              <a:buNone/>
              <a:defRPr lang="fr-FR" sz="1723" b="0" i="0" kern="1200" baseline="0" dirty="0" smtClean="0">
                <a:solidFill>
                  <a:schemeClr val="bg1">
                    <a:lumMod val="50000"/>
                  </a:schemeClr>
                </a:solidFill>
                <a:effectLst/>
                <a:latin typeface="Arial" panose="020B0604020202020204" pitchFamily="34" charset="0"/>
                <a:ea typeface="+mn-ea"/>
                <a:cs typeface="Arial" panose="020B0604020202020204" pitchFamily="34" charset="0"/>
              </a:defRPr>
            </a:lvl2pPr>
          </a:lstStyle>
          <a:p>
            <a:pPr marL="0" lvl="0" indent="0" algn="just" defTabSz="1125444" rtl="0" eaLnBrk="1" latinLnBrk="0" hangingPunct="1">
              <a:spcBef>
                <a:spcPct val="20000"/>
              </a:spcBef>
              <a:buClr>
                <a:srgbClr val="FFC000"/>
              </a:buClr>
              <a:buFont typeface="Arial" panose="020B0604020202020204" pitchFamily="34" charset="0"/>
              <a:buNone/>
              <a:tabLst>
                <a:tab pos="9269278" algn="l"/>
              </a:tabLst>
            </a:pPr>
            <a:r>
              <a:rPr lang="fr-FR" dirty="0"/>
              <a:t>Modifiez les styles du texte du masque</a:t>
            </a:r>
          </a:p>
          <a:p>
            <a:pPr lvl="1"/>
            <a:r>
              <a:rPr lang="fr-FR" dirty="0"/>
              <a:t>Deuxième niveau</a:t>
            </a:r>
          </a:p>
        </p:txBody>
      </p:sp>
      <p:sp>
        <p:nvSpPr>
          <p:cNvPr id="10" name="Espace réservé du texte 2"/>
          <p:cNvSpPr>
            <a:spLocks noGrp="1"/>
          </p:cNvSpPr>
          <p:nvPr>
            <p:ph type="body" sz="quarter" idx="18" hasCustomPrompt="1"/>
          </p:nvPr>
        </p:nvSpPr>
        <p:spPr>
          <a:xfrm>
            <a:off x="1159496" y="6262929"/>
            <a:ext cx="4176713" cy="241001"/>
          </a:xfrm>
        </p:spPr>
        <p:txBody>
          <a:bodyPr>
            <a:noAutofit/>
          </a:bodyPr>
          <a:lstStyle>
            <a:lvl1pPr marL="0" indent="0">
              <a:buNone/>
              <a:defRPr sz="1000" b="1" baseline="0">
                <a:solidFill>
                  <a:schemeClr val="tx1">
                    <a:lumMod val="65000"/>
                    <a:lumOff val="35000"/>
                  </a:schemeClr>
                </a:solidFill>
              </a:defRPr>
            </a:lvl1pPr>
            <a:lvl2pPr>
              <a:defRPr sz="1000"/>
            </a:lvl2pPr>
            <a:lvl3pPr>
              <a:defRPr sz="1000"/>
            </a:lvl3pPr>
            <a:lvl4pPr>
              <a:defRPr sz="1000"/>
            </a:lvl4pPr>
            <a:lvl5pPr>
              <a:defRPr sz="1000"/>
            </a:lvl5pPr>
          </a:lstStyle>
          <a:p>
            <a:pPr lvl="0"/>
            <a:r>
              <a:rPr lang="fr-FR" dirty="0"/>
              <a:t>OBJET DE LA PRESENTATION – XX/XX/XXXX</a:t>
            </a:r>
          </a:p>
        </p:txBody>
      </p:sp>
      <p:sp>
        <p:nvSpPr>
          <p:cNvPr id="11" name="Espace réservé du texte 2"/>
          <p:cNvSpPr>
            <a:spLocks noGrp="1"/>
          </p:cNvSpPr>
          <p:nvPr>
            <p:ph type="body" sz="quarter" idx="20" hasCustomPrompt="1"/>
          </p:nvPr>
        </p:nvSpPr>
        <p:spPr>
          <a:xfrm>
            <a:off x="1156620" y="6475714"/>
            <a:ext cx="4176713" cy="241001"/>
          </a:xfrm>
        </p:spPr>
        <p:txBody>
          <a:bodyPr>
            <a:noAutofit/>
          </a:bodyPr>
          <a:lstStyle>
            <a:lvl1pPr marL="0" indent="0">
              <a:buNone/>
              <a:defRPr sz="1000" b="0" baseline="0">
                <a:solidFill>
                  <a:schemeClr val="tx1">
                    <a:lumMod val="65000"/>
                    <a:lumOff val="35000"/>
                  </a:schemeClr>
                </a:solidFill>
              </a:defRPr>
            </a:lvl1pPr>
            <a:lvl2pPr>
              <a:defRPr sz="1000"/>
            </a:lvl2pPr>
            <a:lvl3pPr>
              <a:defRPr sz="1000"/>
            </a:lvl3pPr>
            <a:lvl4pPr>
              <a:defRPr sz="1000"/>
            </a:lvl4pPr>
            <a:lvl5pPr>
              <a:defRPr sz="1000"/>
            </a:lvl5pPr>
          </a:lstStyle>
          <a:p>
            <a:pPr lvl="0"/>
            <a:r>
              <a:rPr lang="fr-FR" dirty="0"/>
              <a:t>Mention spéciales</a:t>
            </a:r>
          </a:p>
        </p:txBody>
      </p:sp>
      <p:sp>
        <p:nvSpPr>
          <p:cNvPr id="15" name="Rectangle 14"/>
          <p:cNvSpPr/>
          <p:nvPr userDrawn="1"/>
        </p:nvSpPr>
        <p:spPr>
          <a:xfrm>
            <a:off x="479376" y="6262930"/>
            <a:ext cx="504056" cy="453786"/>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6" name="ZoneTexte 15"/>
          <p:cNvSpPr txBox="1"/>
          <p:nvPr userDrawn="1"/>
        </p:nvSpPr>
        <p:spPr>
          <a:xfrm>
            <a:off x="443372" y="6320546"/>
            <a:ext cx="576064" cy="338554"/>
          </a:xfrm>
          <a:prstGeom prst="rect">
            <a:avLst/>
          </a:prstGeom>
          <a:noFill/>
        </p:spPr>
        <p:txBody>
          <a:bodyPr wrap="square" rtlCol="0" anchor="ctr">
            <a:spAutoFit/>
          </a:bodyPr>
          <a:lstStyle/>
          <a:p>
            <a:pPr marL="0" marR="0" indent="0" algn="ctr" defTabSz="914400" rtl="0" eaLnBrk="1" fontAlgn="auto" latinLnBrk="0" hangingPunct="1">
              <a:lnSpc>
                <a:spcPct val="100000"/>
              </a:lnSpc>
              <a:spcBef>
                <a:spcPts val="0"/>
              </a:spcBef>
              <a:spcAft>
                <a:spcPts val="0"/>
              </a:spcAft>
              <a:buClrTx/>
              <a:buSzTx/>
              <a:buFontTx/>
              <a:buNone/>
              <a:tabLst/>
            </a:pPr>
            <a:fld id="{C00337EC-70DC-4EB2-AB21-5CBC0065E6DE}" type="slidenum">
              <a:rPr lang="fr-FR" sz="1600" b="1" i="0" kern="1200" smtClean="0">
                <a:solidFill>
                  <a:schemeClr val="bg1">
                    <a:lumMod val="50000"/>
                  </a:schemeClr>
                </a:solidFill>
                <a:effectLst/>
                <a:latin typeface="Arial" charset="0"/>
                <a:ea typeface="Arial" charset="0"/>
                <a:cs typeface="Arial" charset="0"/>
              </a:rPr>
              <a:pPr marL="0" marR="0" indent="0" algn="ctr" defTabSz="914400" rtl="0" eaLnBrk="1" fontAlgn="auto" latinLnBrk="0" hangingPunct="1">
                <a:lnSpc>
                  <a:spcPct val="100000"/>
                </a:lnSpc>
                <a:spcBef>
                  <a:spcPts val="0"/>
                </a:spcBef>
                <a:spcAft>
                  <a:spcPts val="0"/>
                </a:spcAft>
                <a:buClrTx/>
                <a:buSzTx/>
                <a:buFontTx/>
                <a:buNone/>
                <a:tabLst/>
              </a:pPr>
              <a:t>‹N°›</a:t>
            </a:fld>
            <a:endParaRPr lang="fr-FR" sz="700" b="1" i="0" kern="1200" dirty="0">
              <a:solidFill>
                <a:schemeClr val="bg1">
                  <a:lumMod val="50000"/>
                </a:schemeClr>
              </a:solidFill>
              <a:effectLst/>
              <a:latin typeface="Arial" charset="0"/>
              <a:ea typeface="Arial" charset="0"/>
              <a:cs typeface="Arial" charset="0"/>
            </a:endParaRPr>
          </a:p>
        </p:txBody>
      </p:sp>
    </p:spTree>
    <p:extLst>
      <p:ext uri="{BB962C8B-B14F-4D97-AF65-F5344CB8AC3E}">
        <p14:creationId xmlns:p14="http://schemas.microsoft.com/office/powerpoint/2010/main" val="18522079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1_Page signature">
    <p:spTree>
      <p:nvGrpSpPr>
        <p:cNvPr id="1" name=""/>
        <p:cNvGrpSpPr/>
        <p:nvPr/>
      </p:nvGrpSpPr>
      <p:grpSpPr>
        <a:xfrm>
          <a:off x="0" y="0"/>
          <a:ext cx="0" cy="0"/>
          <a:chOff x="0" y="0"/>
          <a:chExt cx="0" cy="0"/>
        </a:xfrm>
      </p:grpSpPr>
      <p:pic>
        <p:nvPicPr>
          <p:cNvPr id="7" name="Espace réservé pour une image  10"/>
          <p:cNvPicPr>
            <a:picLocks noChangeAspect="1"/>
          </p:cNvPicPr>
          <p:nvPr userDrawn="1"/>
        </p:nvPicPr>
        <p:blipFill rotWithShape="1">
          <a:blip r:embed="rId2" cstate="print">
            <a:lum bright="70000" contrast="-70000"/>
            <a:extLst>
              <a:ext uri="{28A0092B-C50C-407E-A947-70E740481C1C}">
                <a14:useLocalDpi xmlns:a14="http://schemas.microsoft.com/office/drawing/2010/main" val="0"/>
              </a:ext>
            </a:extLst>
          </a:blip>
          <a:srcRect l="27116" t="41609"/>
          <a:stretch/>
        </p:blipFill>
        <p:spPr>
          <a:xfrm flipH="1">
            <a:off x="0" y="-27384"/>
            <a:ext cx="12144672" cy="6878576"/>
          </a:xfrm>
          <a:prstGeom prst="rect">
            <a:avLst/>
          </a:prstGeom>
        </p:spPr>
      </p:pic>
      <p:sp>
        <p:nvSpPr>
          <p:cNvPr id="2" name="Arrondir un rectangle avec un coin diagonal 1"/>
          <p:cNvSpPr/>
          <p:nvPr userDrawn="1"/>
        </p:nvSpPr>
        <p:spPr>
          <a:xfrm>
            <a:off x="0" y="-27384"/>
            <a:ext cx="12192000" cy="5976664"/>
          </a:xfrm>
          <a:prstGeom prst="round2DiagRect">
            <a:avLst>
              <a:gd name="adj1" fmla="val 0"/>
              <a:gd name="adj2" fmla="val 0"/>
            </a:avLst>
          </a:prstGeom>
          <a:gradFill flip="none" rotWithShape="1">
            <a:gsLst>
              <a:gs pos="100000">
                <a:schemeClr val="accent1">
                  <a:lumMod val="5000"/>
                  <a:lumOff val="95000"/>
                  <a:alpha val="0"/>
                </a:schemeClr>
              </a:gs>
              <a:gs pos="0">
                <a:schemeClr val="bg1"/>
              </a:gs>
              <a:gs pos="40000">
                <a:schemeClr val="bg1"/>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Tree>
    <p:extLst>
      <p:ext uri="{BB962C8B-B14F-4D97-AF65-F5344CB8AC3E}">
        <p14:creationId xmlns:p14="http://schemas.microsoft.com/office/powerpoint/2010/main" val="27441288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fr-FR"/>
              <a:t>Modifiez le style du titre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120E5CBB-C446-43BF-B1AE-C638FD40887C}" type="datetimeFigureOut">
              <a:rPr lang="fr-FR" smtClean="0"/>
              <a:t>22/05/2025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E36B64FB-969B-4D41-BEFD-FCAF01727EE7}" type="slidenum">
              <a:rPr lang="fr-FR" smtClean="0"/>
              <a:t>‹N°›</a:t>
            </a:fld>
            <a:endParaRPr lang="fr-FR"/>
          </a:p>
        </p:txBody>
      </p:sp>
    </p:spTree>
    <p:extLst>
      <p:ext uri="{BB962C8B-B14F-4D97-AF65-F5344CB8AC3E}">
        <p14:creationId xmlns:p14="http://schemas.microsoft.com/office/powerpoint/2010/main" val="22455508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120E5CBB-C446-43BF-B1AE-C638FD40887C}" type="datetimeFigureOut">
              <a:rPr lang="fr-FR" smtClean="0"/>
              <a:t>22/05/2025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E36B64FB-969B-4D41-BEFD-FCAF01727EE7}" type="slidenum">
              <a:rPr lang="fr-FR" smtClean="0"/>
              <a:t>‹N°›</a:t>
            </a:fld>
            <a:endParaRPr lang="fr-FR"/>
          </a:p>
        </p:txBody>
      </p:sp>
    </p:spTree>
    <p:extLst>
      <p:ext uri="{BB962C8B-B14F-4D97-AF65-F5344CB8AC3E}">
        <p14:creationId xmlns:p14="http://schemas.microsoft.com/office/powerpoint/2010/main" val="29923307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fr-FR"/>
              <a:t>Modifiez le style du titre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120E5CBB-C446-43BF-B1AE-C638FD40887C}" type="datetimeFigureOut">
              <a:rPr lang="fr-FR" smtClean="0"/>
              <a:t>22/05/2025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E36B64FB-969B-4D41-BEFD-FCAF01727EE7}" type="slidenum">
              <a:rPr lang="fr-FR" smtClean="0"/>
              <a:t>‹N°›</a:t>
            </a:fld>
            <a:endParaRPr lang="fr-FR"/>
          </a:p>
        </p:txBody>
      </p:sp>
    </p:spTree>
    <p:extLst>
      <p:ext uri="{BB962C8B-B14F-4D97-AF65-F5344CB8AC3E}">
        <p14:creationId xmlns:p14="http://schemas.microsoft.com/office/powerpoint/2010/main" val="15989205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120E5CBB-C446-43BF-B1AE-C638FD40887C}" type="datetimeFigureOut">
              <a:rPr lang="fr-FR" smtClean="0"/>
              <a:t>22/05/2025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E36B64FB-969B-4D41-BEFD-FCAF01727EE7}" type="slidenum">
              <a:rPr lang="fr-FR" smtClean="0"/>
              <a:t>‹N°›</a:t>
            </a:fld>
            <a:endParaRPr lang="fr-FR"/>
          </a:p>
        </p:txBody>
      </p:sp>
    </p:spTree>
    <p:extLst>
      <p:ext uri="{BB962C8B-B14F-4D97-AF65-F5344CB8AC3E}">
        <p14:creationId xmlns:p14="http://schemas.microsoft.com/office/powerpoint/2010/main" val="1355791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Modifiez le style du titre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120E5CBB-C446-43BF-B1AE-C638FD40887C}" type="datetimeFigureOut">
              <a:rPr lang="fr-FR" smtClean="0"/>
              <a:t>22/05/2025</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E36B64FB-969B-4D41-BEFD-FCAF01727EE7}" type="slidenum">
              <a:rPr lang="fr-FR" smtClean="0"/>
              <a:t>‹N°›</a:t>
            </a:fld>
            <a:endParaRPr lang="fr-FR"/>
          </a:p>
        </p:txBody>
      </p:sp>
    </p:spTree>
    <p:extLst>
      <p:ext uri="{BB962C8B-B14F-4D97-AF65-F5344CB8AC3E}">
        <p14:creationId xmlns:p14="http://schemas.microsoft.com/office/powerpoint/2010/main" val="8572865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120E5CBB-C446-43BF-B1AE-C638FD40887C}" type="datetimeFigureOut">
              <a:rPr lang="fr-FR" smtClean="0"/>
              <a:t>22/05/2025</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E36B64FB-969B-4D41-BEFD-FCAF01727EE7}" type="slidenum">
              <a:rPr lang="fr-FR" smtClean="0"/>
              <a:t>‹N°›</a:t>
            </a:fld>
            <a:endParaRPr lang="fr-FR"/>
          </a:p>
        </p:txBody>
      </p:sp>
    </p:spTree>
    <p:extLst>
      <p:ext uri="{BB962C8B-B14F-4D97-AF65-F5344CB8AC3E}">
        <p14:creationId xmlns:p14="http://schemas.microsoft.com/office/powerpoint/2010/main" val="24427814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0E5CBB-C446-43BF-B1AE-C638FD40887C}" type="datetimeFigureOut">
              <a:rPr lang="fr-FR" smtClean="0"/>
              <a:t>22/05/2025</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E36B64FB-969B-4D41-BEFD-FCAF01727EE7}" type="slidenum">
              <a:rPr lang="fr-FR" smtClean="0"/>
              <a:t>‹N°›</a:t>
            </a:fld>
            <a:endParaRPr lang="fr-FR"/>
          </a:p>
        </p:txBody>
      </p:sp>
    </p:spTree>
    <p:extLst>
      <p:ext uri="{BB962C8B-B14F-4D97-AF65-F5344CB8AC3E}">
        <p14:creationId xmlns:p14="http://schemas.microsoft.com/office/powerpoint/2010/main" val="21724316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fr-FR"/>
              <a:t>Modifiez le style du titre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120E5CBB-C446-43BF-B1AE-C638FD40887C}" type="datetimeFigureOut">
              <a:rPr lang="fr-FR" smtClean="0"/>
              <a:t>22/05/2025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E36B64FB-969B-4D41-BEFD-FCAF01727EE7}" type="slidenum">
              <a:rPr lang="fr-FR" smtClean="0"/>
              <a:t>‹N°›</a:t>
            </a:fld>
            <a:endParaRPr lang="fr-FR"/>
          </a:p>
        </p:txBody>
      </p:sp>
    </p:spTree>
    <p:extLst>
      <p:ext uri="{BB962C8B-B14F-4D97-AF65-F5344CB8AC3E}">
        <p14:creationId xmlns:p14="http://schemas.microsoft.com/office/powerpoint/2010/main" val="15200157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fr-FR"/>
              <a:t>Modifiez le style du titre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120E5CBB-C446-43BF-B1AE-C638FD40887C}" type="datetimeFigureOut">
              <a:rPr lang="fr-FR" smtClean="0"/>
              <a:t>22/05/2025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E36B64FB-969B-4D41-BEFD-FCAF01727EE7}" type="slidenum">
              <a:rPr lang="fr-FR" smtClean="0"/>
              <a:t>‹N°›</a:t>
            </a:fld>
            <a:endParaRPr lang="fr-FR"/>
          </a:p>
        </p:txBody>
      </p:sp>
    </p:spTree>
    <p:extLst>
      <p:ext uri="{BB962C8B-B14F-4D97-AF65-F5344CB8AC3E}">
        <p14:creationId xmlns:p14="http://schemas.microsoft.com/office/powerpoint/2010/main" val="373226031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fr-FR"/>
              <a:t>Modifiez le style du titre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120E5CBB-C446-43BF-B1AE-C638FD40887C}" type="datetimeFigureOut">
              <a:rPr lang="fr-FR" smtClean="0"/>
              <a:t>22/05/2025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E36B64FB-969B-4D41-BEFD-FCAF01727EE7}" type="slidenum">
              <a:rPr lang="fr-FR" smtClean="0"/>
              <a:t>‹N°›</a:t>
            </a:fld>
            <a:endParaRPr lang="fr-FR"/>
          </a:p>
        </p:txBody>
      </p:sp>
    </p:spTree>
    <p:extLst>
      <p:ext uri="{BB962C8B-B14F-4D97-AF65-F5344CB8AC3E}">
        <p14:creationId xmlns:p14="http://schemas.microsoft.com/office/powerpoint/2010/main" val="177443096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fr-FR"/>
              <a:t>Modifiez le style du titre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120E5CBB-C446-43BF-B1AE-C638FD40887C}" type="datetimeFigureOut">
              <a:rPr lang="fr-FR" smtClean="0"/>
              <a:t>22/05/2025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E36B64FB-969B-4D41-BEFD-FCAF01727EE7}" type="slidenum">
              <a:rPr lang="fr-FR" smtClean="0"/>
              <a:t>‹N°›</a:t>
            </a:fld>
            <a:endParaRPr lang="fr-FR"/>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99614168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fr-FR"/>
              <a:t>Modifiez le style du titre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120E5CBB-C446-43BF-B1AE-C638FD40887C}" type="datetimeFigureOut">
              <a:rPr lang="fr-FR" smtClean="0"/>
              <a:t>22/05/2025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E36B64FB-969B-4D41-BEFD-FCAF01727EE7}" type="slidenum">
              <a:rPr lang="fr-FR" smtClean="0"/>
              <a:t>‹N°›</a:t>
            </a:fld>
            <a:endParaRPr lang="fr-FR"/>
          </a:p>
        </p:txBody>
      </p:sp>
    </p:spTree>
    <p:extLst>
      <p:ext uri="{BB962C8B-B14F-4D97-AF65-F5344CB8AC3E}">
        <p14:creationId xmlns:p14="http://schemas.microsoft.com/office/powerpoint/2010/main" val="19227980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fr-FR"/>
              <a:t>Modifiez le style du titre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120E5CBB-C446-43BF-B1AE-C638FD40887C}" type="datetimeFigureOut">
              <a:rPr lang="fr-FR" smtClean="0"/>
              <a:t>22/05/2025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E36B64FB-969B-4D41-BEFD-FCAF01727EE7}" type="slidenum">
              <a:rPr lang="fr-FR" smtClean="0"/>
              <a:t>‹N°›</a:t>
            </a:fld>
            <a:endParaRPr lang="fr-FR"/>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84820068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fr-FR"/>
              <a:t>Modifiez le style du titre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120E5CBB-C446-43BF-B1AE-C638FD40887C}" type="datetimeFigureOut">
              <a:rPr lang="fr-FR" smtClean="0"/>
              <a:t>22/05/2025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E36B64FB-969B-4D41-BEFD-FCAF01727EE7}" type="slidenum">
              <a:rPr lang="fr-FR" smtClean="0"/>
              <a:t>‹N°›</a:t>
            </a:fld>
            <a:endParaRPr lang="fr-FR"/>
          </a:p>
        </p:txBody>
      </p:sp>
    </p:spTree>
    <p:extLst>
      <p:ext uri="{BB962C8B-B14F-4D97-AF65-F5344CB8AC3E}">
        <p14:creationId xmlns:p14="http://schemas.microsoft.com/office/powerpoint/2010/main" val="57568243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120E5CBB-C446-43BF-B1AE-C638FD40887C}" type="datetimeFigureOut">
              <a:rPr lang="fr-FR" smtClean="0"/>
              <a:t>22/05/2025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E36B64FB-969B-4D41-BEFD-FCAF01727EE7}" type="slidenum">
              <a:rPr lang="fr-FR" smtClean="0"/>
              <a:t>‹N°›</a:t>
            </a:fld>
            <a:endParaRPr lang="fr-FR"/>
          </a:p>
        </p:txBody>
      </p:sp>
    </p:spTree>
    <p:extLst>
      <p:ext uri="{BB962C8B-B14F-4D97-AF65-F5344CB8AC3E}">
        <p14:creationId xmlns:p14="http://schemas.microsoft.com/office/powerpoint/2010/main" val="8806100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fr-FR"/>
              <a:t>Modifiez le style du titre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120E5CBB-C446-43BF-B1AE-C638FD40887C}" type="datetimeFigureOut">
              <a:rPr lang="fr-FR" smtClean="0"/>
              <a:t>22/05/2025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E36B64FB-969B-4D41-BEFD-FCAF01727EE7}" type="slidenum">
              <a:rPr lang="fr-FR" smtClean="0"/>
              <a:t>‹N°›</a:t>
            </a:fld>
            <a:endParaRPr lang="fr-FR"/>
          </a:p>
        </p:txBody>
      </p:sp>
    </p:spTree>
    <p:extLst>
      <p:ext uri="{BB962C8B-B14F-4D97-AF65-F5344CB8AC3E}">
        <p14:creationId xmlns:p14="http://schemas.microsoft.com/office/powerpoint/2010/main" val="206719164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5_Couverture">
    <p:spTree>
      <p:nvGrpSpPr>
        <p:cNvPr id="1" name=""/>
        <p:cNvGrpSpPr/>
        <p:nvPr/>
      </p:nvGrpSpPr>
      <p:grpSpPr>
        <a:xfrm>
          <a:off x="0" y="0"/>
          <a:ext cx="0" cy="0"/>
          <a:chOff x="0" y="0"/>
          <a:chExt cx="0" cy="0"/>
        </a:xfrm>
      </p:grpSpPr>
      <p:sp>
        <p:nvSpPr>
          <p:cNvPr id="14" name="Espace réservé du texte 9"/>
          <p:cNvSpPr>
            <a:spLocks noGrp="1"/>
          </p:cNvSpPr>
          <p:nvPr>
            <p:ph type="body" sz="quarter" idx="13"/>
          </p:nvPr>
        </p:nvSpPr>
        <p:spPr>
          <a:xfrm>
            <a:off x="3530570" y="3104964"/>
            <a:ext cx="8491405" cy="648072"/>
          </a:xfrm>
        </p:spPr>
        <p:txBody>
          <a:bodyPr>
            <a:noAutofit/>
          </a:bodyPr>
          <a:lstStyle>
            <a:lvl1pPr marL="0" indent="0" algn="ctr">
              <a:buNone/>
              <a:defRPr sz="2200" b="1" baseline="0">
                <a:solidFill>
                  <a:srgbClr val="F59100"/>
                </a:solidFill>
                <a:latin typeface="Arial" panose="020B0604020202020204" pitchFamily="34" charset="0"/>
                <a:cs typeface="Arial" panose="020B0604020202020204" pitchFamily="34" charset="0"/>
              </a:defRPr>
            </a:lvl1pPr>
          </a:lstStyle>
          <a:p>
            <a:pPr lvl="0"/>
            <a:endParaRPr lang="fr-FR" dirty="0"/>
          </a:p>
        </p:txBody>
      </p:sp>
    </p:spTree>
    <p:extLst>
      <p:ext uri="{BB962C8B-B14F-4D97-AF65-F5344CB8AC3E}">
        <p14:creationId xmlns:p14="http://schemas.microsoft.com/office/powerpoint/2010/main" val="63318024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4_Couverture">
    <p:spTree>
      <p:nvGrpSpPr>
        <p:cNvPr id="1" name=""/>
        <p:cNvGrpSpPr/>
        <p:nvPr/>
      </p:nvGrpSpPr>
      <p:grpSpPr>
        <a:xfrm>
          <a:off x="0" y="0"/>
          <a:ext cx="0" cy="0"/>
          <a:chOff x="0" y="0"/>
          <a:chExt cx="0" cy="0"/>
        </a:xfrm>
      </p:grpSpPr>
      <p:sp>
        <p:nvSpPr>
          <p:cNvPr id="4" name="Espace réservé pour une image  3"/>
          <p:cNvSpPr>
            <a:spLocks noGrp="1"/>
          </p:cNvSpPr>
          <p:nvPr>
            <p:ph type="pic" sz="quarter" idx="16"/>
          </p:nvPr>
        </p:nvSpPr>
        <p:spPr>
          <a:xfrm>
            <a:off x="0" y="1588"/>
            <a:ext cx="8472488" cy="6856412"/>
          </a:xfrm>
        </p:spPr>
        <p:txBody>
          <a:bodyPr/>
          <a:lstStyle/>
          <a:p>
            <a:endParaRPr lang="fr-FR" dirty="0"/>
          </a:p>
        </p:txBody>
      </p:sp>
      <p:sp>
        <p:nvSpPr>
          <p:cNvPr id="5" name="Rectangle 4"/>
          <p:cNvSpPr/>
          <p:nvPr userDrawn="1"/>
        </p:nvSpPr>
        <p:spPr>
          <a:xfrm>
            <a:off x="0" y="1588"/>
            <a:ext cx="8472264" cy="6856411"/>
          </a:xfrm>
          <a:prstGeom prst="rect">
            <a:avLst/>
          </a:prstGeom>
          <a:solidFill>
            <a:schemeClr val="bg1">
              <a:lumMod val="95000"/>
            </a:schemeClr>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7" name="Rectangle 6"/>
          <p:cNvSpPr/>
          <p:nvPr userDrawn="1"/>
        </p:nvSpPr>
        <p:spPr>
          <a:xfrm>
            <a:off x="8472264" y="2320"/>
            <a:ext cx="3719736" cy="6855679"/>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215" dirty="0">
              <a:solidFill>
                <a:srgbClr val="2F3130"/>
              </a:solidFill>
            </a:endParaRPr>
          </a:p>
        </p:txBody>
      </p:sp>
      <p:sp>
        <p:nvSpPr>
          <p:cNvPr id="14" name="Espace réservé du texte 9"/>
          <p:cNvSpPr>
            <a:spLocks noGrp="1"/>
          </p:cNvSpPr>
          <p:nvPr>
            <p:ph type="body" sz="quarter" idx="13" hasCustomPrompt="1"/>
          </p:nvPr>
        </p:nvSpPr>
        <p:spPr>
          <a:xfrm>
            <a:off x="8760296" y="764704"/>
            <a:ext cx="3155768" cy="1904012"/>
          </a:xfrm>
        </p:spPr>
        <p:txBody>
          <a:bodyPr anchor="b">
            <a:noAutofit/>
          </a:bodyPr>
          <a:lstStyle>
            <a:lvl1pPr marL="0" indent="0" algn="l">
              <a:buNone/>
              <a:defRPr sz="2400" b="1" baseline="0">
                <a:solidFill>
                  <a:srgbClr val="F59100"/>
                </a:solidFill>
                <a:latin typeface="Arial" panose="020B0604020202020204" pitchFamily="34" charset="0"/>
                <a:cs typeface="Arial" panose="020B0604020202020204" pitchFamily="34" charset="0"/>
              </a:defRPr>
            </a:lvl1pPr>
          </a:lstStyle>
          <a:p>
            <a:pPr lvl="0"/>
            <a:r>
              <a:rPr lang="fr-FR" dirty="0" err="1"/>
              <a:t>Temporibus</a:t>
            </a:r>
            <a:r>
              <a:rPr lang="fr-FR" dirty="0"/>
              <a:t> </a:t>
            </a:r>
            <a:r>
              <a:rPr lang="fr-FR" dirty="0" err="1"/>
              <a:t>autem</a:t>
            </a:r>
            <a:r>
              <a:rPr lang="fr-FR" dirty="0"/>
              <a:t> </a:t>
            </a:r>
            <a:r>
              <a:rPr lang="fr-FR" dirty="0" err="1"/>
              <a:t>quibusdam</a:t>
            </a:r>
            <a:br>
              <a:rPr lang="fr-FR" dirty="0"/>
            </a:br>
            <a:r>
              <a:rPr lang="fr-FR" dirty="0"/>
              <a:t>et </a:t>
            </a:r>
            <a:r>
              <a:rPr lang="fr-FR" dirty="0" err="1"/>
              <a:t>aut</a:t>
            </a:r>
            <a:r>
              <a:rPr lang="fr-FR" dirty="0"/>
              <a:t> </a:t>
            </a:r>
            <a:r>
              <a:rPr lang="fr-FR" dirty="0" err="1"/>
              <a:t>officiis</a:t>
            </a:r>
            <a:r>
              <a:rPr lang="fr-FR" dirty="0"/>
              <a:t> </a:t>
            </a:r>
            <a:r>
              <a:rPr lang="fr-FR" dirty="0" err="1"/>
              <a:t>debitis</a:t>
            </a:r>
            <a:endParaRPr lang="fr-FR" dirty="0"/>
          </a:p>
        </p:txBody>
      </p:sp>
      <p:sp>
        <p:nvSpPr>
          <p:cNvPr id="18" name="Espace réservé du texte 16"/>
          <p:cNvSpPr>
            <a:spLocks noGrp="1"/>
          </p:cNvSpPr>
          <p:nvPr>
            <p:ph type="body" sz="quarter" idx="15" hasCustomPrompt="1"/>
          </p:nvPr>
        </p:nvSpPr>
        <p:spPr>
          <a:xfrm>
            <a:off x="8760296" y="2996952"/>
            <a:ext cx="3155768" cy="2160240"/>
          </a:xfrm>
        </p:spPr>
        <p:txBody>
          <a:bodyPr>
            <a:normAutofit/>
          </a:bodyPr>
          <a:lstStyle>
            <a:lvl1pPr marL="0" indent="0" algn="l">
              <a:buNone/>
              <a:defRPr sz="1969">
                <a:solidFill>
                  <a:schemeClr val="bg1">
                    <a:lumMod val="50000"/>
                  </a:schemeClr>
                </a:solidFill>
                <a:latin typeface="Arial" panose="020B0604020202020204" pitchFamily="34" charset="0"/>
                <a:cs typeface="Arial" panose="020B0604020202020204" pitchFamily="34" charset="0"/>
              </a:defRPr>
            </a:lvl1pPr>
          </a:lstStyle>
          <a:p>
            <a:pPr lvl="0"/>
            <a:r>
              <a:rPr lang="fr-FR" dirty="0" err="1"/>
              <a:t>Consectetur</a:t>
            </a:r>
            <a:r>
              <a:rPr lang="fr-FR" dirty="0"/>
              <a:t>, </a:t>
            </a:r>
            <a:r>
              <a:rPr lang="fr-FR" dirty="0" err="1"/>
              <a:t>adipisci</a:t>
            </a:r>
            <a:r>
              <a:rPr lang="fr-FR" dirty="0"/>
              <a:t> </a:t>
            </a:r>
            <a:r>
              <a:rPr lang="fr-FR" dirty="0" err="1"/>
              <a:t>velit</a:t>
            </a:r>
            <a:r>
              <a:rPr lang="fr-FR" dirty="0"/>
              <a:t>, </a:t>
            </a:r>
            <a:r>
              <a:rPr lang="fr-FR" dirty="0" err="1"/>
              <a:t>sed</a:t>
            </a:r>
            <a:r>
              <a:rPr lang="fr-FR" dirty="0"/>
              <a:t> quia non </a:t>
            </a:r>
            <a:r>
              <a:rPr lang="fr-FR" dirty="0" err="1"/>
              <a:t>numquam</a:t>
            </a:r>
            <a:r>
              <a:rPr lang="fr-FR" dirty="0"/>
              <a:t> </a:t>
            </a:r>
            <a:r>
              <a:rPr lang="fr-FR" dirty="0" err="1"/>
              <a:t>eius</a:t>
            </a:r>
            <a:endParaRPr lang="fr-FR" dirty="0"/>
          </a:p>
        </p:txBody>
      </p:sp>
      <p:cxnSp>
        <p:nvCxnSpPr>
          <p:cNvPr id="8" name="Connecteur droit 7"/>
          <p:cNvCxnSpPr/>
          <p:nvPr userDrawn="1"/>
        </p:nvCxnSpPr>
        <p:spPr>
          <a:xfrm flipV="1">
            <a:off x="8902460" y="2780928"/>
            <a:ext cx="2909114" cy="5404"/>
          </a:xfrm>
          <a:prstGeom prst="line">
            <a:avLst/>
          </a:prstGeom>
          <a:ln w="12700">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sp>
        <p:nvSpPr>
          <p:cNvPr id="13" name="Rectangle 12"/>
          <p:cNvSpPr/>
          <p:nvPr userDrawn="1"/>
        </p:nvSpPr>
        <p:spPr>
          <a:xfrm>
            <a:off x="479376" y="6262930"/>
            <a:ext cx="504056" cy="45378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5" name="ZoneTexte 14"/>
          <p:cNvSpPr txBox="1"/>
          <p:nvPr userDrawn="1"/>
        </p:nvSpPr>
        <p:spPr>
          <a:xfrm>
            <a:off x="443372" y="6320546"/>
            <a:ext cx="576064" cy="338554"/>
          </a:xfrm>
          <a:prstGeom prst="rect">
            <a:avLst/>
          </a:prstGeom>
          <a:noFill/>
        </p:spPr>
        <p:txBody>
          <a:bodyPr wrap="square" rtlCol="0" anchor="ctr">
            <a:spAutoFit/>
          </a:bodyPr>
          <a:lstStyle/>
          <a:p>
            <a:pPr marL="0" marR="0" indent="0" algn="ctr" defTabSz="914400" rtl="0" eaLnBrk="1" fontAlgn="auto" latinLnBrk="0" hangingPunct="1">
              <a:lnSpc>
                <a:spcPct val="100000"/>
              </a:lnSpc>
              <a:spcBef>
                <a:spcPts val="0"/>
              </a:spcBef>
              <a:spcAft>
                <a:spcPts val="0"/>
              </a:spcAft>
              <a:buClrTx/>
              <a:buSzTx/>
              <a:buFontTx/>
              <a:buNone/>
              <a:tabLst/>
            </a:pPr>
            <a:fld id="{C00337EC-70DC-4EB2-AB21-5CBC0065E6DE}" type="slidenum">
              <a:rPr lang="fr-FR" sz="1600" b="1" i="0" kern="1200" smtClean="0">
                <a:solidFill>
                  <a:schemeClr val="bg1">
                    <a:lumMod val="50000"/>
                  </a:schemeClr>
                </a:solidFill>
                <a:effectLst/>
                <a:latin typeface="Arial" charset="0"/>
                <a:ea typeface="Arial" charset="0"/>
                <a:cs typeface="Arial" charset="0"/>
              </a:rPr>
              <a:pPr marL="0" marR="0" indent="0" algn="ctr" defTabSz="914400" rtl="0" eaLnBrk="1" fontAlgn="auto" latinLnBrk="0" hangingPunct="1">
                <a:lnSpc>
                  <a:spcPct val="100000"/>
                </a:lnSpc>
                <a:spcBef>
                  <a:spcPts val="0"/>
                </a:spcBef>
                <a:spcAft>
                  <a:spcPts val="0"/>
                </a:spcAft>
                <a:buClrTx/>
                <a:buSzTx/>
                <a:buFontTx/>
                <a:buNone/>
                <a:tabLst/>
              </a:pPr>
              <a:t>‹N°›</a:t>
            </a:fld>
            <a:endParaRPr lang="fr-FR" sz="700" b="1" i="0" kern="1200" dirty="0">
              <a:solidFill>
                <a:schemeClr val="bg1">
                  <a:lumMod val="50000"/>
                </a:schemeClr>
              </a:solidFill>
              <a:effectLst/>
              <a:latin typeface="Arial" charset="0"/>
              <a:ea typeface="Arial" charset="0"/>
              <a:cs typeface="Arial" charset="0"/>
            </a:endParaRPr>
          </a:p>
        </p:txBody>
      </p:sp>
    </p:spTree>
    <p:extLst>
      <p:ext uri="{BB962C8B-B14F-4D97-AF65-F5344CB8AC3E}">
        <p14:creationId xmlns:p14="http://schemas.microsoft.com/office/powerpoint/2010/main" val="2790818549"/>
      </p:ext>
    </p:extLst>
  </p:cSld>
  <p:clrMapOvr>
    <a:masterClrMapping/>
  </p:clrMapOvr>
  <p:hf sldNum="0" hd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Page sommaire">
    <p:spTree>
      <p:nvGrpSpPr>
        <p:cNvPr id="1" name=""/>
        <p:cNvGrpSpPr/>
        <p:nvPr/>
      </p:nvGrpSpPr>
      <p:grpSpPr>
        <a:xfrm>
          <a:off x="0" y="0"/>
          <a:ext cx="0" cy="0"/>
          <a:chOff x="0" y="0"/>
          <a:chExt cx="0" cy="0"/>
        </a:xfrm>
      </p:grpSpPr>
      <p:sp>
        <p:nvSpPr>
          <p:cNvPr id="10" name="Espace réservé du texte 9"/>
          <p:cNvSpPr>
            <a:spLocks noGrp="1"/>
          </p:cNvSpPr>
          <p:nvPr>
            <p:ph type="body" sz="quarter" idx="17" hasCustomPrompt="1"/>
          </p:nvPr>
        </p:nvSpPr>
        <p:spPr>
          <a:xfrm>
            <a:off x="1127447" y="2924943"/>
            <a:ext cx="9289033" cy="2723824"/>
          </a:xfrm>
        </p:spPr>
        <p:txBody>
          <a:bodyPr anchor="t">
            <a:normAutofit/>
          </a:bodyPr>
          <a:lstStyle>
            <a:lvl1pPr marL="0" indent="0" algn="l">
              <a:lnSpc>
                <a:spcPct val="100000"/>
              </a:lnSpc>
              <a:spcBef>
                <a:spcPts val="738"/>
              </a:spcBef>
              <a:buNone/>
              <a:defRPr sz="1900" b="0" baseline="0">
                <a:solidFill>
                  <a:schemeClr val="bg1">
                    <a:lumMod val="50000"/>
                  </a:schemeClr>
                </a:solidFill>
                <a:latin typeface="Arial" panose="020B0604020202020204" pitchFamily="34" charset="0"/>
                <a:cs typeface="Arial" panose="020B0604020202020204" pitchFamily="34" charset="0"/>
              </a:defRPr>
            </a:lvl1pPr>
          </a:lstStyle>
          <a:p>
            <a:pPr lvl="0"/>
            <a:r>
              <a:rPr lang="fr-FR" dirty="0" err="1"/>
              <a:t>Dolorem</a:t>
            </a:r>
            <a:r>
              <a:rPr lang="fr-FR" dirty="0"/>
              <a:t> </a:t>
            </a:r>
            <a:r>
              <a:rPr lang="fr-FR" dirty="0" err="1"/>
              <a:t>ipsum</a:t>
            </a:r>
            <a:r>
              <a:rPr lang="fr-FR" dirty="0"/>
              <a:t> quia </a:t>
            </a:r>
            <a:r>
              <a:rPr lang="fr-FR" dirty="0" err="1"/>
              <a:t>dolor</a:t>
            </a:r>
            <a:r>
              <a:rPr lang="fr-FR" dirty="0"/>
              <a:t> </a:t>
            </a:r>
            <a:r>
              <a:rPr lang="fr-FR" dirty="0" err="1"/>
              <a:t>sit</a:t>
            </a:r>
            <a:r>
              <a:rPr lang="fr-FR" dirty="0"/>
              <a:t> </a:t>
            </a:r>
            <a:r>
              <a:rPr lang="fr-FR" dirty="0" err="1"/>
              <a:t>amet</a:t>
            </a:r>
            <a:r>
              <a:rPr lang="fr-FR" dirty="0"/>
              <a:t>, </a:t>
            </a:r>
            <a:r>
              <a:rPr lang="fr-FR" dirty="0" err="1"/>
              <a:t>consectetur</a:t>
            </a:r>
            <a:r>
              <a:rPr lang="fr-FR" dirty="0"/>
              <a:t>, </a:t>
            </a:r>
            <a:r>
              <a:rPr lang="fr-FR" dirty="0" err="1"/>
              <a:t>adipisci</a:t>
            </a:r>
            <a:r>
              <a:rPr lang="fr-FR" dirty="0"/>
              <a:t> </a:t>
            </a:r>
            <a:r>
              <a:rPr lang="fr-FR" dirty="0" err="1"/>
              <a:t>velit</a:t>
            </a:r>
            <a:r>
              <a:rPr lang="fr-FR" dirty="0"/>
              <a:t>, </a:t>
            </a:r>
            <a:r>
              <a:rPr lang="fr-FR" dirty="0" err="1"/>
              <a:t>sed</a:t>
            </a:r>
            <a:r>
              <a:rPr lang="fr-FR" dirty="0"/>
              <a:t> quia non </a:t>
            </a:r>
            <a:r>
              <a:rPr lang="fr-FR" dirty="0" err="1"/>
              <a:t>numquam</a:t>
            </a:r>
            <a:r>
              <a:rPr lang="fr-FR" dirty="0"/>
              <a:t> </a:t>
            </a:r>
            <a:r>
              <a:rPr lang="fr-FR" dirty="0" err="1"/>
              <a:t>eius</a:t>
            </a:r>
            <a:r>
              <a:rPr lang="fr-FR" dirty="0"/>
              <a:t> </a:t>
            </a:r>
            <a:r>
              <a:rPr lang="fr-FR" dirty="0" err="1"/>
              <a:t>modi</a:t>
            </a:r>
            <a:r>
              <a:rPr lang="fr-FR" dirty="0"/>
              <a:t> </a:t>
            </a:r>
            <a:r>
              <a:rPr lang="fr-FR" dirty="0" err="1"/>
              <a:t>tempora</a:t>
            </a:r>
            <a:r>
              <a:rPr lang="fr-FR" dirty="0"/>
              <a:t> </a:t>
            </a:r>
            <a:r>
              <a:rPr lang="fr-FR" dirty="0" err="1"/>
              <a:t>incidunt</a:t>
            </a:r>
            <a:r>
              <a:rPr lang="fr-FR" dirty="0"/>
              <a:t> ut </a:t>
            </a:r>
            <a:r>
              <a:rPr lang="fr-FR" dirty="0" err="1"/>
              <a:t>labore</a:t>
            </a:r>
            <a:r>
              <a:rPr lang="fr-FR" dirty="0"/>
              <a:t> et </a:t>
            </a:r>
            <a:r>
              <a:rPr lang="fr-FR" dirty="0" err="1"/>
              <a:t>dolore</a:t>
            </a:r>
            <a:r>
              <a:rPr lang="fr-FR" dirty="0"/>
              <a:t> </a:t>
            </a:r>
            <a:r>
              <a:rPr lang="fr-FR" dirty="0" err="1"/>
              <a:t>magnam</a:t>
            </a:r>
            <a:r>
              <a:rPr lang="fr-FR" dirty="0"/>
              <a:t> </a:t>
            </a:r>
            <a:r>
              <a:rPr lang="fr-FR" dirty="0" err="1"/>
              <a:t>aliquam</a:t>
            </a:r>
            <a:r>
              <a:rPr lang="fr-FR" dirty="0"/>
              <a:t> </a:t>
            </a:r>
            <a:r>
              <a:rPr lang="fr-FR" dirty="0" err="1"/>
              <a:t>quaerat</a:t>
            </a:r>
            <a:r>
              <a:rPr lang="fr-FR" dirty="0"/>
              <a:t> </a:t>
            </a:r>
            <a:r>
              <a:rPr lang="fr-FR" dirty="0" err="1"/>
              <a:t>voluptatem</a:t>
            </a:r>
            <a:r>
              <a:rPr lang="fr-FR" dirty="0"/>
              <a:t>. </a:t>
            </a:r>
          </a:p>
        </p:txBody>
      </p:sp>
      <p:sp>
        <p:nvSpPr>
          <p:cNvPr id="12" name="Rectangle 11"/>
          <p:cNvSpPr/>
          <p:nvPr userDrawn="1"/>
        </p:nvSpPr>
        <p:spPr>
          <a:xfrm>
            <a:off x="0" y="0"/>
            <a:ext cx="12192000" cy="134076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215" dirty="0"/>
          </a:p>
        </p:txBody>
      </p:sp>
      <p:sp>
        <p:nvSpPr>
          <p:cNvPr id="11" name="Espace réservé du texte 10"/>
          <p:cNvSpPr>
            <a:spLocks noGrp="1"/>
          </p:cNvSpPr>
          <p:nvPr>
            <p:ph type="body" sz="quarter" idx="14" hasCustomPrompt="1"/>
          </p:nvPr>
        </p:nvSpPr>
        <p:spPr>
          <a:xfrm>
            <a:off x="613537" y="2204865"/>
            <a:ext cx="11214146" cy="504055"/>
          </a:xfrm>
        </p:spPr>
        <p:txBody>
          <a:bodyPr>
            <a:normAutofit/>
          </a:bodyPr>
          <a:lstStyle>
            <a:lvl1pPr marL="422041" marR="0" indent="-422041" algn="l" defTabSz="1125444" rtl="0" eaLnBrk="1" fontAlgn="auto" latinLnBrk="0" hangingPunct="1">
              <a:lnSpc>
                <a:spcPct val="100000"/>
              </a:lnSpc>
              <a:spcBef>
                <a:spcPct val="20000"/>
              </a:spcBef>
              <a:spcAft>
                <a:spcPts val="1477"/>
              </a:spcAft>
              <a:buClr>
                <a:srgbClr val="F59100"/>
              </a:buClr>
              <a:buSzTx/>
              <a:buFont typeface="Arial" panose="020B0604020202020204" pitchFamily="34" charset="0"/>
              <a:buChar char="•"/>
              <a:tabLst>
                <a:tab pos="10046928" algn="l"/>
              </a:tabLst>
              <a:defRPr sz="2215" b="1" baseline="0">
                <a:solidFill>
                  <a:srgbClr val="2F3130"/>
                </a:solidFill>
                <a:latin typeface="Arial" panose="020B0604020202020204" pitchFamily="34" charset="0"/>
                <a:cs typeface="Arial" panose="020B0604020202020204" pitchFamily="34" charset="0"/>
              </a:defRPr>
            </a:lvl1pPr>
          </a:lstStyle>
          <a:p>
            <a:pPr lvl="0"/>
            <a:r>
              <a:rPr lang="fr-FR" dirty="0"/>
              <a:t>Partie 1	05</a:t>
            </a:r>
          </a:p>
          <a:p>
            <a:pPr lvl="0"/>
            <a:endParaRPr lang="fr-FR" dirty="0"/>
          </a:p>
        </p:txBody>
      </p:sp>
      <p:sp>
        <p:nvSpPr>
          <p:cNvPr id="16" name="Espace réservé du texte 9"/>
          <p:cNvSpPr>
            <a:spLocks noGrp="1"/>
          </p:cNvSpPr>
          <p:nvPr>
            <p:ph type="body" sz="quarter" idx="15" hasCustomPrompt="1"/>
          </p:nvPr>
        </p:nvSpPr>
        <p:spPr>
          <a:xfrm>
            <a:off x="613537" y="260648"/>
            <a:ext cx="6646496" cy="916465"/>
          </a:xfrm>
        </p:spPr>
        <p:txBody>
          <a:bodyPr anchor="b">
            <a:normAutofit/>
          </a:bodyPr>
          <a:lstStyle>
            <a:lvl1pPr marL="0" indent="0" algn="l">
              <a:buNone/>
              <a:defRPr sz="5416" b="0" baseline="0">
                <a:solidFill>
                  <a:srgbClr val="F59100"/>
                </a:solidFill>
                <a:latin typeface="Arial" panose="020B0604020202020204" pitchFamily="34" charset="0"/>
                <a:cs typeface="Arial" panose="020B0604020202020204" pitchFamily="34" charset="0"/>
              </a:defRPr>
            </a:lvl1pPr>
          </a:lstStyle>
          <a:p>
            <a:pPr lvl="0"/>
            <a:r>
              <a:rPr lang="fr-FR" dirty="0" err="1"/>
              <a:t>Lorem</a:t>
            </a:r>
            <a:r>
              <a:rPr lang="fr-FR" dirty="0"/>
              <a:t> </a:t>
            </a:r>
            <a:r>
              <a:rPr lang="fr-FR" dirty="0" err="1"/>
              <a:t>Ispum</a:t>
            </a:r>
            <a:endParaRPr lang="fr-FR" dirty="0"/>
          </a:p>
        </p:txBody>
      </p:sp>
      <p:sp>
        <p:nvSpPr>
          <p:cNvPr id="13" name="Espace réservé du texte 10"/>
          <p:cNvSpPr>
            <a:spLocks noGrp="1"/>
          </p:cNvSpPr>
          <p:nvPr>
            <p:ph type="body" sz="quarter" idx="16" hasCustomPrompt="1"/>
          </p:nvPr>
        </p:nvSpPr>
        <p:spPr>
          <a:xfrm>
            <a:off x="613537" y="2204864"/>
            <a:ext cx="11214146" cy="504055"/>
          </a:xfrm>
        </p:spPr>
        <p:txBody>
          <a:bodyPr>
            <a:normAutofit/>
          </a:bodyPr>
          <a:lstStyle>
            <a:lvl1pPr marL="422041" marR="0" indent="-422041" algn="l" defTabSz="1125444" rtl="0" eaLnBrk="1" fontAlgn="auto" latinLnBrk="0" hangingPunct="1">
              <a:lnSpc>
                <a:spcPct val="100000"/>
              </a:lnSpc>
              <a:spcBef>
                <a:spcPct val="20000"/>
              </a:spcBef>
              <a:spcAft>
                <a:spcPts val="1477"/>
              </a:spcAft>
              <a:buClr>
                <a:srgbClr val="F59100"/>
              </a:buClr>
              <a:buSzTx/>
              <a:buFont typeface="Arial" panose="020B0604020202020204" pitchFamily="34" charset="0"/>
              <a:buChar char="•"/>
              <a:tabLst>
                <a:tab pos="10046928" algn="l"/>
              </a:tabLst>
              <a:defRPr sz="2215" b="1" baseline="0">
                <a:solidFill>
                  <a:srgbClr val="2F3130"/>
                </a:solidFill>
                <a:latin typeface="Arial" panose="020B0604020202020204" pitchFamily="34" charset="0"/>
                <a:cs typeface="Arial" panose="020B0604020202020204" pitchFamily="34" charset="0"/>
              </a:defRPr>
            </a:lvl1pPr>
          </a:lstStyle>
          <a:p>
            <a:pPr lvl="0"/>
            <a:r>
              <a:rPr lang="fr-FR" dirty="0"/>
              <a:t>Partie 1	05</a:t>
            </a:r>
          </a:p>
          <a:p>
            <a:pPr lvl="0"/>
            <a:endParaRPr lang="fr-FR" dirty="0"/>
          </a:p>
        </p:txBody>
      </p:sp>
      <p:sp>
        <p:nvSpPr>
          <p:cNvPr id="3" name="Espace réservé du texte 2"/>
          <p:cNvSpPr>
            <a:spLocks noGrp="1"/>
          </p:cNvSpPr>
          <p:nvPr>
            <p:ph type="body" sz="quarter" idx="18" hasCustomPrompt="1"/>
          </p:nvPr>
        </p:nvSpPr>
        <p:spPr>
          <a:xfrm>
            <a:off x="1159496" y="6262929"/>
            <a:ext cx="4176713" cy="241001"/>
          </a:xfrm>
        </p:spPr>
        <p:txBody>
          <a:bodyPr>
            <a:noAutofit/>
          </a:bodyPr>
          <a:lstStyle>
            <a:lvl1pPr marL="0" indent="0">
              <a:buNone/>
              <a:defRPr sz="1000" b="1" baseline="0">
                <a:solidFill>
                  <a:schemeClr val="tx1">
                    <a:lumMod val="65000"/>
                    <a:lumOff val="35000"/>
                  </a:schemeClr>
                </a:solidFill>
              </a:defRPr>
            </a:lvl1pPr>
            <a:lvl2pPr>
              <a:defRPr sz="1000"/>
            </a:lvl2pPr>
            <a:lvl3pPr>
              <a:defRPr sz="1000"/>
            </a:lvl3pPr>
            <a:lvl4pPr>
              <a:defRPr sz="1000"/>
            </a:lvl4pPr>
            <a:lvl5pPr>
              <a:defRPr sz="1000"/>
            </a:lvl5pPr>
          </a:lstStyle>
          <a:p>
            <a:pPr lvl="0"/>
            <a:r>
              <a:rPr lang="fr-FR" dirty="0"/>
              <a:t>OBJET DE LA PRESENTATION – XX/XX/XXXX</a:t>
            </a:r>
          </a:p>
        </p:txBody>
      </p:sp>
      <p:sp>
        <p:nvSpPr>
          <p:cNvPr id="14" name="Espace réservé du texte 2"/>
          <p:cNvSpPr>
            <a:spLocks noGrp="1"/>
          </p:cNvSpPr>
          <p:nvPr>
            <p:ph type="body" sz="quarter" idx="19" hasCustomPrompt="1"/>
          </p:nvPr>
        </p:nvSpPr>
        <p:spPr>
          <a:xfrm>
            <a:off x="1156620" y="6475714"/>
            <a:ext cx="4176713" cy="241001"/>
          </a:xfrm>
        </p:spPr>
        <p:txBody>
          <a:bodyPr>
            <a:noAutofit/>
          </a:bodyPr>
          <a:lstStyle>
            <a:lvl1pPr marL="0" indent="0">
              <a:buNone/>
              <a:defRPr sz="1000" b="0" baseline="0">
                <a:solidFill>
                  <a:schemeClr val="tx1">
                    <a:lumMod val="65000"/>
                    <a:lumOff val="35000"/>
                  </a:schemeClr>
                </a:solidFill>
              </a:defRPr>
            </a:lvl1pPr>
            <a:lvl2pPr>
              <a:defRPr sz="1000"/>
            </a:lvl2pPr>
            <a:lvl3pPr>
              <a:defRPr sz="1000"/>
            </a:lvl3pPr>
            <a:lvl4pPr>
              <a:defRPr sz="1000"/>
            </a:lvl4pPr>
            <a:lvl5pPr>
              <a:defRPr sz="1000"/>
            </a:lvl5pPr>
          </a:lstStyle>
          <a:p>
            <a:pPr lvl="0"/>
            <a:r>
              <a:rPr lang="fr-FR" dirty="0"/>
              <a:t>Mention spéciales</a:t>
            </a:r>
          </a:p>
        </p:txBody>
      </p:sp>
      <p:sp>
        <p:nvSpPr>
          <p:cNvPr id="4" name="Rectangle 3"/>
          <p:cNvSpPr/>
          <p:nvPr userDrawn="1"/>
        </p:nvSpPr>
        <p:spPr>
          <a:xfrm>
            <a:off x="479376" y="6262930"/>
            <a:ext cx="504056" cy="453786"/>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6" name="ZoneTexte 5"/>
          <p:cNvSpPr txBox="1"/>
          <p:nvPr userDrawn="1"/>
        </p:nvSpPr>
        <p:spPr>
          <a:xfrm>
            <a:off x="443372" y="6320546"/>
            <a:ext cx="576064" cy="338554"/>
          </a:xfrm>
          <a:prstGeom prst="rect">
            <a:avLst/>
          </a:prstGeom>
          <a:noFill/>
        </p:spPr>
        <p:txBody>
          <a:bodyPr wrap="square" rtlCol="0" anchor="ctr">
            <a:spAutoFit/>
          </a:bodyPr>
          <a:lstStyle/>
          <a:p>
            <a:pPr marL="0" marR="0" indent="0" algn="ctr" defTabSz="914400" rtl="0" eaLnBrk="1" fontAlgn="auto" latinLnBrk="0" hangingPunct="1">
              <a:lnSpc>
                <a:spcPct val="100000"/>
              </a:lnSpc>
              <a:spcBef>
                <a:spcPts val="0"/>
              </a:spcBef>
              <a:spcAft>
                <a:spcPts val="0"/>
              </a:spcAft>
              <a:buClrTx/>
              <a:buSzTx/>
              <a:buFontTx/>
              <a:buNone/>
              <a:tabLst/>
            </a:pPr>
            <a:fld id="{C00337EC-70DC-4EB2-AB21-5CBC0065E6DE}" type="slidenum">
              <a:rPr lang="fr-FR" sz="1600" b="1" i="0" kern="1200" smtClean="0">
                <a:solidFill>
                  <a:schemeClr val="bg1">
                    <a:lumMod val="50000"/>
                  </a:schemeClr>
                </a:solidFill>
                <a:effectLst/>
                <a:latin typeface="Arial" charset="0"/>
                <a:ea typeface="Arial" charset="0"/>
                <a:cs typeface="Arial" charset="0"/>
              </a:rPr>
              <a:pPr marL="0" marR="0" indent="0" algn="ctr" defTabSz="914400" rtl="0" eaLnBrk="1" fontAlgn="auto" latinLnBrk="0" hangingPunct="1">
                <a:lnSpc>
                  <a:spcPct val="100000"/>
                </a:lnSpc>
                <a:spcBef>
                  <a:spcPts val="0"/>
                </a:spcBef>
                <a:spcAft>
                  <a:spcPts val="0"/>
                </a:spcAft>
                <a:buClrTx/>
                <a:buSzTx/>
                <a:buFontTx/>
                <a:buNone/>
                <a:tabLst/>
              </a:pPr>
              <a:t>‹N°›</a:t>
            </a:fld>
            <a:endParaRPr lang="fr-FR" sz="700" b="1" i="0" kern="1200" dirty="0">
              <a:solidFill>
                <a:schemeClr val="bg1">
                  <a:lumMod val="50000"/>
                </a:schemeClr>
              </a:solidFill>
              <a:effectLst/>
              <a:latin typeface="Arial" charset="0"/>
              <a:ea typeface="Arial" charset="0"/>
              <a:cs typeface="Arial" charset="0"/>
            </a:endParaRPr>
          </a:p>
        </p:txBody>
      </p:sp>
    </p:spTree>
    <p:extLst>
      <p:ext uri="{BB962C8B-B14F-4D97-AF65-F5344CB8AC3E}">
        <p14:creationId xmlns:p14="http://schemas.microsoft.com/office/powerpoint/2010/main" val="338789551"/>
      </p:ext>
    </p:extLst>
  </p:cSld>
  <p:clrMapOvr>
    <a:masterClrMapping/>
  </p:clrMapOvr>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Page de contenu simple">
    <p:spTree>
      <p:nvGrpSpPr>
        <p:cNvPr id="1" name=""/>
        <p:cNvGrpSpPr/>
        <p:nvPr/>
      </p:nvGrpSpPr>
      <p:grpSpPr>
        <a:xfrm>
          <a:off x="0" y="0"/>
          <a:ext cx="0" cy="0"/>
          <a:chOff x="0" y="0"/>
          <a:chExt cx="0" cy="0"/>
        </a:xfrm>
      </p:grpSpPr>
      <p:sp>
        <p:nvSpPr>
          <p:cNvPr id="13" name="Rectangle 12"/>
          <p:cNvSpPr/>
          <p:nvPr userDrawn="1"/>
        </p:nvSpPr>
        <p:spPr>
          <a:xfrm>
            <a:off x="0" y="0"/>
            <a:ext cx="12192000" cy="133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215" dirty="0"/>
          </a:p>
        </p:txBody>
      </p:sp>
      <p:sp>
        <p:nvSpPr>
          <p:cNvPr id="8" name="Espace réservé pour une image  7"/>
          <p:cNvSpPr>
            <a:spLocks noGrp="1"/>
          </p:cNvSpPr>
          <p:nvPr>
            <p:ph type="pic" sz="quarter" idx="16"/>
          </p:nvPr>
        </p:nvSpPr>
        <p:spPr>
          <a:xfrm>
            <a:off x="8133863" y="2204864"/>
            <a:ext cx="3456353" cy="3384376"/>
          </a:xfrm>
        </p:spPr>
        <p:txBody>
          <a:bodyPr/>
          <a:lstStyle/>
          <a:p>
            <a:endParaRPr lang="fr-FR" dirty="0"/>
          </a:p>
        </p:txBody>
      </p:sp>
      <p:sp>
        <p:nvSpPr>
          <p:cNvPr id="26" name="Espace réservé du texte 9"/>
          <p:cNvSpPr>
            <a:spLocks noGrp="1"/>
          </p:cNvSpPr>
          <p:nvPr>
            <p:ph type="body" sz="quarter" idx="17" hasCustomPrompt="1"/>
          </p:nvPr>
        </p:nvSpPr>
        <p:spPr>
          <a:xfrm>
            <a:off x="608007" y="318851"/>
            <a:ext cx="10722708" cy="733885"/>
          </a:xfrm>
        </p:spPr>
        <p:txBody>
          <a:bodyPr anchor="b">
            <a:noAutofit/>
          </a:bodyPr>
          <a:lstStyle>
            <a:lvl1pPr marL="0" indent="0" algn="l">
              <a:buNone/>
              <a:defRPr sz="4431" baseline="0">
                <a:solidFill>
                  <a:srgbClr val="F59100"/>
                </a:solidFill>
                <a:latin typeface="Arial" panose="020B0604020202020204" pitchFamily="34" charset="0"/>
                <a:cs typeface="Arial" panose="020B0604020202020204" pitchFamily="34" charset="0"/>
              </a:defRPr>
            </a:lvl1pPr>
          </a:lstStyle>
          <a:p>
            <a:pPr lvl="0"/>
            <a:r>
              <a:rPr lang="fr-FR" dirty="0" err="1"/>
              <a:t>Lorem</a:t>
            </a:r>
            <a:r>
              <a:rPr lang="fr-FR" dirty="0"/>
              <a:t> </a:t>
            </a:r>
            <a:r>
              <a:rPr lang="fr-FR" dirty="0" err="1"/>
              <a:t>ipsum</a:t>
            </a:r>
            <a:r>
              <a:rPr lang="fr-FR" dirty="0"/>
              <a:t> </a:t>
            </a:r>
            <a:r>
              <a:rPr lang="fr-FR" dirty="0" err="1"/>
              <a:t>dolor</a:t>
            </a:r>
            <a:r>
              <a:rPr lang="fr-FR" dirty="0"/>
              <a:t> </a:t>
            </a:r>
            <a:r>
              <a:rPr lang="fr-FR" dirty="0" err="1"/>
              <a:t>sit</a:t>
            </a:r>
            <a:r>
              <a:rPr lang="fr-FR" dirty="0"/>
              <a:t> </a:t>
            </a:r>
            <a:r>
              <a:rPr lang="fr-FR" dirty="0" err="1"/>
              <a:t>amet</a:t>
            </a:r>
            <a:r>
              <a:rPr lang="fr-FR" dirty="0"/>
              <a:t>, </a:t>
            </a:r>
            <a:r>
              <a:rPr lang="fr-FR" dirty="0" err="1"/>
              <a:t>consectetur</a:t>
            </a:r>
            <a:endParaRPr lang="fr-FR" dirty="0"/>
          </a:p>
        </p:txBody>
      </p:sp>
      <p:sp>
        <p:nvSpPr>
          <p:cNvPr id="7" name="Espace réservé du texte 6"/>
          <p:cNvSpPr>
            <a:spLocks noGrp="1"/>
          </p:cNvSpPr>
          <p:nvPr>
            <p:ph type="body" sz="quarter" idx="19" hasCustomPrompt="1"/>
          </p:nvPr>
        </p:nvSpPr>
        <p:spPr>
          <a:xfrm>
            <a:off x="601785" y="2205038"/>
            <a:ext cx="7266354" cy="3384202"/>
          </a:xfrm>
        </p:spPr>
        <p:txBody>
          <a:bodyPr/>
          <a:lstStyle>
            <a:lvl1pPr marL="0" indent="0">
              <a:buNone/>
              <a:defRPr lang="fr-FR" sz="2215" b="1" i="0" kern="1200" baseline="0" dirty="0" smtClean="0">
                <a:solidFill>
                  <a:srgbClr val="2F3130"/>
                </a:solidFill>
                <a:effectLst/>
                <a:latin typeface="Arial" panose="020B0604020202020204" pitchFamily="34" charset="0"/>
                <a:ea typeface="+mn-ea"/>
                <a:cs typeface="Arial" panose="020B0604020202020204" pitchFamily="34" charset="0"/>
              </a:defRPr>
            </a:lvl1pPr>
            <a:lvl2pPr marL="0" indent="0" algn="l">
              <a:buNone/>
              <a:defRPr lang="fr-FR" sz="1723" b="0" i="0" kern="1200" baseline="0" dirty="0" smtClean="0">
                <a:solidFill>
                  <a:schemeClr val="bg1">
                    <a:lumMod val="50000"/>
                  </a:schemeClr>
                </a:solidFill>
                <a:effectLst/>
                <a:latin typeface="Arial" panose="020B0604020202020204" pitchFamily="34" charset="0"/>
                <a:ea typeface="+mn-ea"/>
                <a:cs typeface="Arial" panose="020B0604020202020204" pitchFamily="34" charset="0"/>
              </a:defRPr>
            </a:lvl2pPr>
          </a:lstStyle>
          <a:p>
            <a:pPr marL="0" lvl="0" indent="0" algn="just" defTabSz="1125444" rtl="0" eaLnBrk="1" latinLnBrk="0" hangingPunct="1">
              <a:spcBef>
                <a:spcPct val="20000"/>
              </a:spcBef>
              <a:buClr>
                <a:srgbClr val="FFC000"/>
              </a:buClr>
              <a:buFont typeface="Arial" panose="020B0604020202020204" pitchFamily="34" charset="0"/>
              <a:buNone/>
              <a:tabLst>
                <a:tab pos="9269278" algn="l"/>
              </a:tabLst>
            </a:pPr>
            <a:r>
              <a:rPr lang="fr-FR" dirty="0"/>
              <a:t>Modifiez les styles du texte du masque</a:t>
            </a:r>
          </a:p>
          <a:p>
            <a:pPr lvl="1"/>
            <a:r>
              <a:rPr lang="fr-FR" dirty="0"/>
              <a:t>Deuxième niveau</a:t>
            </a:r>
          </a:p>
        </p:txBody>
      </p:sp>
      <p:sp>
        <p:nvSpPr>
          <p:cNvPr id="9" name="Espace réservé du texte 2"/>
          <p:cNvSpPr>
            <a:spLocks noGrp="1"/>
          </p:cNvSpPr>
          <p:nvPr>
            <p:ph type="body" sz="quarter" idx="18" hasCustomPrompt="1"/>
          </p:nvPr>
        </p:nvSpPr>
        <p:spPr>
          <a:xfrm>
            <a:off x="1159496" y="6262929"/>
            <a:ext cx="4176713" cy="241001"/>
          </a:xfrm>
        </p:spPr>
        <p:txBody>
          <a:bodyPr>
            <a:noAutofit/>
          </a:bodyPr>
          <a:lstStyle>
            <a:lvl1pPr marL="0" indent="0">
              <a:buNone/>
              <a:defRPr sz="1000" b="1" baseline="0">
                <a:solidFill>
                  <a:schemeClr val="tx1">
                    <a:lumMod val="65000"/>
                    <a:lumOff val="35000"/>
                  </a:schemeClr>
                </a:solidFill>
              </a:defRPr>
            </a:lvl1pPr>
            <a:lvl2pPr>
              <a:defRPr sz="1000"/>
            </a:lvl2pPr>
            <a:lvl3pPr>
              <a:defRPr sz="1000"/>
            </a:lvl3pPr>
            <a:lvl4pPr>
              <a:defRPr sz="1000"/>
            </a:lvl4pPr>
            <a:lvl5pPr>
              <a:defRPr sz="1000"/>
            </a:lvl5pPr>
          </a:lstStyle>
          <a:p>
            <a:pPr lvl="0"/>
            <a:r>
              <a:rPr lang="fr-FR" dirty="0"/>
              <a:t>OBJET DE LA PRESENTATION – XX/XX/XXXX</a:t>
            </a:r>
          </a:p>
        </p:txBody>
      </p:sp>
      <p:sp>
        <p:nvSpPr>
          <p:cNvPr id="10" name="Espace réservé du texte 2"/>
          <p:cNvSpPr>
            <a:spLocks noGrp="1"/>
          </p:cNvSpPr>
          <p:nvPr>
            <p:ph type="body" sz="quarter" idx="20" hasCustomPrompt="1"/>
          </p:nvPr>
        </p:nvSpPr>
        <p:spPr>
          <a:xfrm>
            <a:off x="1156620" y="6475714"/>
            <a:ext cx="4176713" cy="241001"/>
          </a:xfrm>
        </p:spPr>
        <p:txBody>
          <a:bodyPr>
            <a:noAutofit/>
          </a:bodyPr>
          <a:lstStyle>
            <a:lvl1pPr marL="0" indent="0">
              <a:buNone/>
              <a:defRPr sz="1000" b="0" baseline="0">
                <a:solidFill>
                  <a:schemeClr val="tx1">
                    <a:lumMod val="65000"/>
                    <a:lumOff val="35000"/>
                  </a:schemeClr>
                </a:solidFill>
              </a:defRPr>
            </a:lvl1pPr>
            <a:lvl2pPr>
              <a:defRPr sz="1000"/>
            </a:lvl2pPr>
            <a:lvl3pPr>
              <a:defRPr sz="1000"/>
            </a:lvl3pPr>
            <a:lvl4pPr>
              <a:defRPr sz="1000"/>
            </a:lvl4pPr>
            <a:lvl5pPr>
              <a:defRPr sz="1000"/>
            </a:lvl5pPr>
          </a:lstStyle>
          <a:p>
            <a:pPr lvl="0"/>
            <a:r>
              <a:rPr lang="fr-FR" dirty="0"/>
              <a:t>Mention spéciales</a:t>
            </a:r>
          </a:p>
        </p:txBody>
      </p:sp>
      <p:sp>
        <p:nvSpPr>
          <p:cNvPr id="14" name="Rectangle 13"/>
          <p:cNvSpPr/>
          <p:nvPr userDrawn="1"/>
        </p:nvSpPr>
        <p:spPr>
          <a:xfrm>
            <a:off x="479376" y="6262930"/>
            <a:ext cx="504056" cy="453786"/>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6" name="ZoneTexte 15"/>
          <p:cNvSpPr txBox="1"/>
          <p:nvPr userDrawn="1"/>
        </p:nvSpPr>
        <p:spPr>
          <a:xfrm>
            <a:off x="443372" y="6320546"/>
            <a:ext cx="576064" cy="338554"/>
          </a:xfrm>
          <a:prstGeom prst="rect">
            <a:avLst/>
          </a:prstGeom>
          <a:noFill/>
        </p:spPr>
        <p:txBody>
          <a:bodyPr wrap="square" rtlCol="0" anchor="ctr">
            <a:spAutoFit/>
          </a:bodyPr>
          <a:lstStyle/>
          <a:p>
            <a:pPr marL="0" marR="0" indent="0" algn="ctr" defTabSz="914400" rtl="0" eaLnBrk="1" fontAlgn="auto" latinLnBrk="0" hangingPunct="1">
              <a:lnSpc>
                <a:spcPct val="100000"/>
              </a:lnSpc>
              <a:spcBef>
                <a:spcPts val="0"/>
              </a:spcBef>
              <a:spcAft>
                <a:spcPts val="0"/>
              </a:spcAft>
              <a:buClrTx/>
              <a:buSzTx/>
              <a:buFontTx/>
              <a:buNone/>
              <a:tabLst/>
            </a:pPr>
            <a:fld id="{C00337EC-70DC-4EB2-AB21-5CBC0065E6DE}" type="slidenum">
              <a:rPr lang="fr-FR" sz="1600" b="1" i="0" kern="1200" smtClean="0">
                <a:solidFill>
                  <a:schemeClr val="bg1">
                    <a:lumMod val="50000"/>
                  </a:schemeClr>
                </a:solidFill>
                <a:effectLst/>
                <a:latin typeface="Arial" charset="0"/>
                <a:ea typeface="Arial" charset="0"/>
                <a:cs typeface="Arial" charset="0"/>
              </a:rPr>
              <a:pPr marL="0" marR="0" indent="0" algn="ctr" defTabSz="914400" rtl="0" eaLnBrk="1" fontAlgn="auto" latinLnBrk="0" hangingPunct="1">
                <a:lnSpc>
                  <a:spcPct val="100000"/>
                </a:lnSpc>
                <a:spcBef>
                  <a:spcPts val="0"/>
                </a:spcBef>
                <a:spcAft>
                  <a:spcPts val="0"/>
                </a:spcAft>
                <a:buClrTx/>
                <a:buSzTx/>
                <a:buFontTx/>
                <a:buNone/>
                <a:tabLst/>
              </a:pPr>
              <a:t>‹N°›</a:t>
            </a:fld>
            <a:endParaRPr lang="fr-FR" sz="700" b="1" i="0" kern="1200" dirty="0">
              <a:solidFill>
                <a:schemeClr val="bg1">
                  <a:lumMod val="50000"/>
                </a:schemeClr>
              </a:solidFill>
              <a:effectLst/>
              <a:latin typeface="Arial" charset="0"/>
              <a:ea typeface="Arial" charset="0"/>
              <a:cs typeface="Arial" charset="0"/>
            </a:endParaRPr>
          </a:p>
        </p:txBody>
      </p:sp>
    </p:spTree>
    <p:extLst>
      <p:ext uri="{BB962C8B-B14F-4D97-AF65-F5344CB8AC3E}">
        <p14:creationId xmlns:p14="http://schemas.microsoft.com/office/powerpoint/2010/main" val="11470424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re de partie">
    <p:spTree>
      <p:nvGrpSpPr>
        <p:cNvPr id="1" name=""/>
        <p:cNvGrpSpPr/>
        <p:nvPr/>
      </p:nvGrpSpPr>
      <p:grpSpPr>
        <a:xfrm>
          <a:off x="0" y="0"/>
          <a:ext cx="0" cy="0"/>
          <a:chOff x="0" y="0"/>
          <a:chExt cx="0" cy="0"/>
        </a:xfrm>
      </p:grpSpPr>
      <p:sp>
        <p:nvSpPr>
          <p:cNvPr id="17" name="Rectangle 16"/>
          <p:cNvSpPr/>
          <p:nvPr userDrawn="1"/>
        </p:nvSpPr>
        <p:spPr>
          <a:xfrm>
            <a:off x="0" y="0"/>
            <a:ext cx="12192000" cy="6858000"/>
          </a:xfrm>
          <a:prstGeom prst="rect">
            <a:avLst/>
          </a:prstGeom>
          <a:solidFill>
            <a:srgbClr val="F59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215" dirty="0"/>
          </a:p>
        </p:txBody>
      </p:sp>
      <p:sp>
        <p:nvSpPr>
          <p:cNvPr id="13" name="Espace réservé du texte 9"/>
          <p:cNvSpPr>
            <a:spLocks noGrp="1"/>
          </p:cNvSpPr>
          <p:nvPr>
            <p:ph type="body" sz="quarter" idx="13" hasCustomPrompt="1"/>
          </p:nvPr>
        </p:nvSpPr>
        <p:spPr>
          <a:xfrm>
            <a:off x="867508" y="836712"/>
            <a:ext cx="10456985" cy="1593626"/>
          </a:xfrm>
        </p:spPr>
        <p:txBody>
          <a:bodyPr anchor="b">
            <a:normAutofit/>
          </a:bodyPr>
          <a:lstStyle>
            <a:lvl1pPr marL="0" indent="0" algn="ctr">
              <a:buNone/>
              <a:defRPr sz="4923" b="1" baseline="0">
                <a:solidFill>
                  <a:schemeClr val="bg1"/>
                </a:solidFill>
                <a:latin typeface="Arial" panose="020B0604020202020204" pitchFamily="34" charset="0"/>
                <a:cs typeface="Arial" panose="020B0604020202020204" pitchFamily="34" charset="0"/>
              </a:defRPr>
            </a:lvl1pPr>
          </a:lstStyle>
          <a:p>
            <a:pPr lvl="0"/>
            <a:r>
              <a:rPr lang="fr-FR" dirty="0" err="1"/>
              <a:t>Temporibus</a:t>
            </a:r>
            <a:r>
              <a:rPr lang="fr-FR" dirty="0"/>
              <a:t> </a:t>
            </a:r>
            <a:r>
              <a:rPr lang="fr-FR" dirty="0" err="1"/>
              <a:t>autem</a:t>
            </a:r>
            <a:r>
              <a:rPr lang="fr-FR" dirty="0"/>
              <a:t> </a:t>
            </a:r>
            <a:r>
              <a:rPr lang="fr-FR" dirty="0" err="1"/>
              <a:t>quibusdam</a:t>
            </a:r>
            <a:br>
              <a:rPr lang="fr-FR" dirty="0"/>
            </a:br>
            <a:r>
              <a:rPr lang="fr-FR" dirty="0"/>
              <a:t>et </a:t>
            </a:r>
            <a:r>
              <a:rPr lang="fr-FR" dirty="0" err="1"/>
              <a:t>aut</a:t>
            </a:r>
            <a:r>
              <a:rPr lang="fr-FR" dirty="0"/>
              <a:t> </a:t>
            </a:r>
            <a:r>
              <a:rPr lang="fr-FR" dirty="0" err="1"/>
              <a:t>officiis</a:t>
            </a:r>
            <a:r>
              <a:rPr lang="fr-FR" dirty="0"/>
              <a:t> </a:t>
            </a:r>
            <a:r>
              <a:rPr lang="fr-FR" dirty="0" err="1"/>
              <a:t>debitis</a:t>
            </a:r>
            <a:endParaRPr lang="fr-FR" dirty="0"/>
          </a:p>
        </p:txBody>
      </p:sp>
      <p:cxnSp>
        <p:nvCxnSpPr>
          <p:cNvPr id="15" name="Connecteur droit 14"/>
          <p:cNvCxnSpPr/>
          <p:nvPr userDrawn="1"/>
        </p:nvCxnSpPr>
        <p:spPr>
          <a:xfrm>
            <a:off x="3034738" y="3212976"/>
            <a:ext cx="6122527" cy="0"/>
          </a:xfrm>
          <a:prstGeom prst="line">
            <a:avLst/>
          </a:prstGeom>
          <a:ln w="12700">
            <a:solidFill>
              <a:schemeClr val="bg1"/>
            </a:solidFill>
            <a:prstDash val="sysDot"/>
          </a:ln>
        </p:spPr>
        <p:style>
          <a:lnRef idx="1">
            <a:schemeClr val="accent1"/>
          </a:lnRef>
          <a:fillRef idx="0">
            <a:schemeClr val="accent1"/>
          </a:fillRef>
          <a:effectRef idx="0">
            <a:schemeClr val="accent1"/>
          </a:effectRef>
          <a:fontRef idx="minor">
            <a:schemeClr val="tx1"/>
          </a:fontRef>
        </p:style>
      </p:cxnSp>
      <p:sp>
        <p:nvSpPr>
          <p:cNvPr id="20" name="Espace réservé du texte 9"/>
          <p:cNvSpPr>
            <a:spLocks noGrp="1"/>
          </p:cNvSpPr>
          <p:nvPr>
            <p:ph type="body" sz="quarter" idx="15" hasCustomPrompt="1"/>
          </p:nvPr>
        </p:nvSpPr>
        <p:spPr>
          <a:xfrm>
            <a:off x="1775520" y="3602088"/>
            <a:ext cx="8642135" cy="1915144"/>
          </a:xfrm>
        </p:spPr>
        <p:txBody>
          <a:bodyPr anchor="t">
            <a:normAutofit/>
          </a:bodyPr>
          <a:lstStyle>
            <a:lvl1pPr marL="0" indent="0" algn="ctr">
              <a:lnSpc>
                <a:spcPts val="4062"/>
              </a:lnSpc>
              <a:spcBef>
                <a:spcPts val="738"/>
              </a:spcBef>
              <a:buNone/>
              <a:defRPr sz="2954" b="0" baseline="0">
                <a:solidFill>
                  <a:schemeClr val="bg1"/>
                </a:solidFill>
                <a:latin typeface="Arial" panose="020B0604020202020204" pitchFamily="34" charset="0"/>
                <a:cs typeface="Arial" panose="020B0604020202020204" pitchFamily="34" charset="0"/>
              </a:defRPr>
            </a:lvl1pPr>
          </a:lstStyle>
          <a:p>
            <a:pPr lvl="0"/>
            <a:r>
              <a:rPr lang="fr-FR" dirty="0" err="1"/>
              <a:t>dolorem</a:t>
            </a:r>
            <a:r>
              <a:rPr lang="fr-FR" dirty="0"/>
              <a:t> </a:t>
            </a:r>
            <a:r>
              <a:rPr lang="fr-FR" dirty="0" err="1"/>
              <a:t>ipsum</a:t>
            </a:r>
            <a:r>
              <a:rPr lang="fr-FR" dirty="0"/>
              <a:t> quia </a:t>
            </a:r>
            <a:r>
              <a:rPr lang="fr-FR" dirty="0" err="1"/>
              <a:t>dolor</a:t>
            </a:r>
            <a:r>
              <a:rPr lang="fr-FR" dirty="0"/>
              <a:t> </a:t>
            </a:r>
            <a:r>
              <a:rPr lang="fr-FR" dirty="0" err="1"/>
              <a:t>sit</a:t>
            </a:r>
            <a:r>
              <a:rPr lang="fr-FR" dirty="0"/>
              <a:t> </a:t>
            </a:r>
            <a:r>
              <a:rPr lang="fr-FR" dirty="0" err="1"/>
              <a:t>amet</a:t>
            </a:r>
            <a:r>
              <a:rPr lang="fr-FR" dirty="0"/>
              <a:t>, </a:t>
            </a:r>
            <a:r>
              <a:rPr lang="fr-FR" dirty="0" err="1"/>
              <a:t>consectetur</a:t>
            </a:r>
            <a:r>
              <a:rPr lang="fr-FR" dirty="0"/>
              <a:t>, </a:t>
            </a:r>
            <a:r>
              <a:rPr lang="fr-FR" dirty="0" err="1"/>
              <a:t>adipisci</a:t>
            </a:r>
            <a:r>
              <a:rPr lang="fr-FR" dirty="0"/>
              <a:t> </a:t>
            </a:r>
            <a:r>
              <a:rPr lang="fr-FR" dirty="0" err="1"/>
              <a:t>velit</a:t>
            </a:r>
            <a:r>
              <a:rPr lang="fr-FR" dirty="0"/>
              <a:t>, </a:t>
            </a:r>
            <a:r>
              <a:rPr lang="fr-FR" dirty="0" err="1"/>
              <a:t>sed</a:t>
            </a:r>
            <a:r>
              <a:rPr lang="fr-FR" dirty="0"/>
              <a:t> quia non </a:t>
            </a:r>
            <a:r>
              <a:rPr lang="fr-FR" dirty="0" err="1"/>
              <a:t>numquam</a:t>
            </a:r>
            <a:r>
              <a:rPr lang="fr-FR" dirty="0"/>
              <a:t> </a:t>
            </a:r>
            <a:r>
              <a:rPr lang="fr-FR" dirty="0" err="1"/>
              <a:t>eius</a:t>
            </a:r>
            <a:r>
              <a:rPr lang="fr-FR" dirty="0"/>
              <a:t> </a:t>
            </a:r>
            <a:r>
              <a:rPr lang="fr-FR" dirty="0" err="1"/>
              <a:t>modi</a:t>
            </a:r>
            <a:r>
              <a:rPr lang="fr-FR" dirty="0"/>
              <a:t> </a:t>
            </a:r>
            <a:r>
              <a:rPr lang="fr-FR" dirty="0" err="1"/>
              <a:t>tempora</a:t>
            </a:r>
            <a:r>
              <a:rPr lang="fr-FR" dirty="0"/>
              <a:t> </a:t>
            </a:r>
            <a:r>
              <a:rPr lang="fr-FR" dirty="0" err="1"/>
              <a:t>incidunt</a:t>
            </a:r>
            <a:r>
              <a:rPr lang="fr-FR" dirty="0"/>
              <a:t> ut </a:t>
            </a:r>
            <a:r>
              <a:rPr lang="fr-FR" dirty="0" err="1"/>
              <a:t>labore</a:t>
            </a:r>
            <a:r>
              <a:rPr lang="fr-FR" dirty="0"/>
              <a:t> et </a:t>
            </a:r>
            <a:r>
              <a:rPr lang="fr-FR" dirty="0" err="1"/>
              <a:t>dolore</a:t>
            </a:r>
            <a:r>
              <a:rPr lang="fr-FR" dirty="0"/>
              <a:t> </a:t>
            </a:r>
            <a:r>
              <a:rPr lang="fr-FR" dirty="0" err="1"/>
              <a:t>magnam</a:t>
            </a:r>
            <a:r>
              <a:rPr lang="fr-FR" dirty="0"/>
              <a:t> </a:t>
            </a:r>
            <a:r>
              <a:rPr lang="fr-FR" dirty="0" err="1"/>
              <a:t>aliquam</a:t>
            </a:r>
            <a:r>
              <a:rPr lang="fr-FR" dirty="0"/>
              <a:t> </a:t>
            </a:r>
            <a:r>
              <a:rPr lang="fr-FR" dirty="0" err="1"/>
              <a:t>quaerat</a:t>
            </a:r>
            <a:r>
              <a:rPr lang="fr-FR" dirty="0"/>
              <a:t> </a:t>
            </a:r>
            <a:r>
              <a:rPr lang="fr-FR" dirty="0" err="1"/>
              <a:t>voluptatem</a:t>
            </a:r>
            <a:r>
              <a:rPr lang="fr-FR" dirty="0"/>
              <a:t>. </a:t>
            </a:r>
          </a:p>
        </p:txBody>
      </p:sp>
    </p:spTree>
    <p:extLst>
      <p:ext uri="{BB962C8B-B14F-4D97-AF65-F5344CB8AC3E}">
        <p14:creationId xmlns:p14="http://schemas.microsoft.com/office/powerpoint/2010/main" val="296544698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Titre de partie">
    <p:spTree>
      <p:nvGrpSpPr>
        <p:cNvPr id="1" name=""/>
        <p:cNvGrpSpPr/>
        <p:nvPr/>
      </p:nvGrpSpPr>
      <p:grpSpPr>
        <a:xfrm>
          <a:off x="0" y="0"/>
          <a:ext cx="0" cy="0"/>
          <a:chOff x="0" y="0"/>
          <a:chExt cx="0" cy="0"/>
        </a:xfrm>
      </p:grpSpPr>
      <p:sp>
        <p:nvSpPr>
          <p:cNvPr id="13" name="Espace réservé du texte 9"/>
          <p:cNvSpPr>
            <a:spLocks noGrp="1"/>
          </p:cNvSpPr>
          <p:nvPr>
            <p:ph type="body" sz="quarter" idx="13" hasCustomPrompt="1"/>
          </p:nvPr>
        </p:nvSpPr>
        <p:spPr>
          <a:xfrm>
            <a:off x="867508" y="899270"/>
            <a:ext cx="10456985" cy="1593626"/>
          </a:xfrm>
        </p:spPr>
        <p:txBody>
          <a:bodyPr anchor="b">
            <a:normAutofit/>
          </a:bodyPr>
          <a:lstStyle>
            <a:lvl1pPr marL="0" indent="0" algn="ctr">
              <a:buNone/>
              <a:defRPr sz="4923" b="1" baseline="0">
                <a:solidFill>
                  <a:srgbClr val="F59100"/>
                </a:solidFill>
                <a:latin typeface="Arial" panose="020B0604020202020204" pitchFamily="34" charset="0"/>
                <a:cs typeface="Arial" panose="020B0604020202020204" pitchFamily="34" charset="0"/>
              </a:defRPr>
            </a:lvl1pPr>
          </a:lstStyle>
          <a:p>
            <a:pPr lvl="0"/>
            <a:r>
              <a:rPr lang="fr-FR" dirty="0" err="1"/>
              <a:t>Temporibus</a:t>
            </a:r>
            <a:r>
              <a:rPr lang="fr-FR" dirty="0"/>
              <a:t> </a:t>
            </a:r>
            <a:r>
              <a:rPr lang="fr-FR" dirty="0" err="1"/>
              <a:t>autem</a:t>
            </a:r>
            <a:r>
              <a:rPr lang="fr-FR" dirty="0"/>
              <a:t> </a:t>
            </a:r>
            <a:r>
              <a:rPr lang="fr-FR" dirty="0" err="1"/>
              <a:t>quibusdamet</a:t>
            </a:r>
            <a:r>
              <a:rPr lang="fr-FR" dirty="0"/>
              <a:t> </a:t>
            </a:r>
            <a:r>
              <a:rPr lang="fr-FR" dirty="0" err="1"/>
              <a:t>aut</a:t>
            </a:r>
            <a:r>
              <a:rPr lang="fr-FR" dirty="0"/>
              <a:t> </a:t>
            </a:r>
            <a:r>
              <a:rPr lang="fr-FR" dirty="0" err="1"/>
              <a:t>officiis</a:t>
            </a:r>
            <a:r>
              <a:rPr lang="fr-FR" dirty="0"/>
              <a:t> </a:t>
            </a:r>
            <a:r>
              <a:rPr lang="fr-FR" dirty="0" err="1"/>
              <a:t>debitis</a:t>
            </a:r>
            <a:r>
              <a:rPr lang="fr-FR" dirty="0"/>
              <a:t>.</a:t>
            </a:r>
          </a:p>
        </p:txBody>
      </p:sp>
      <p:sp>
        <p:nvSpPr>
          <p:cNvPr id="20" name="Espace réservé du texte 9"/>
          <p:cNvSpPr>
            <a:spLocks noGrp="1"/>
          </p:cNvSpPr>
          <p:nvPr>
            <p:ph type="body" sz="quarter" idx="15" hasCustomPrompt="1"/>
          </p:nvPr>
        </p:nvSpPr>
        <p:spPr>
          <a:xfrm>
            <a:off x="1774932" y="2852936"/>
            <a:ext cx="8642135" cy="1915144"/>
          </a:xfrm>
        </p:spPr>
        <p:txBody>
          <a:bodyPr anchor="t">
            <a:normAutofit/>
          </a:bodyPr>
          <a:lstStyle>
            <a:lvl1pPr marL="0" indent="0" algn="ctr">
              <a:lnSpc>
                <a:spcPts val="4062"/>
              </a:lnSpc>
              <a:spcBef>
                <a:spcPts val="738"/>
              </a:spcBef>
              <a:buNone/>
              <a:defRPr sz="2831" b="0" baseline="0">
                <a:solidFill>
                  <a:schemeClr val="bg1">
                    <a:lumMod val="50000"/>
                  </a:schemeClr>
                </a:solidFill>
                <a:latin typeface="Arial" panose="020B0604020202020204" pitchFamily="34" charset="0"/>
                <a:cs typeface="Arial" panose="020B0604020202020204" pitchFamily="34" charset="0"/>
              </a:defRPr>
            </a:lvl1pPr>
          </a:lstStyle>
          <a:p>
            <a:pPr lvl="0"/>
            <a:r>
              <a:rPr lang="fr-FR" dirty="0" err="1"/>
              <a:t>Dolorem</a:t>
            </a:r>
            <a:r>
              <a:rPr lang="fr-FR" dirty="0"/>
              <a:t> </a:t>
            </a:r>
            <a:r>
              <a:rPr lang="fr-FR" dirty="0" err="1"/>
              <a:t>ipsum</a:t>
            </a:r>
            <a:r>
              <a:rPr lang="fr-FR" dirty="0"/>
              <a:t> quia </a:t>
            </a:r>
            <a:r>
              <a:rPr lang="fr-FR" dirty="0" err="1"/>
              <a:t>dolor</a:t>
            </a:r>
            <a:r>
              <a:rPr lang="fr-FR" dirty="0"/>
              <a:t> </a:t>
            </a:r>
            <a:r>
              <a:rPr lang="fr-FR" dirty="0" err="1"/>
              <a:t>sit</a:t>
            </a:r>
            <a:r>
              <a:rPr lang="fr-FR" dirty="0"/>
              <a:t> </a:t>
            </a:r>
            <a:r>
              <a:rPr lang="fr-FR" dirty="0" err="1"/>
              <a:t>amet</a:t>
            </a:r>
            <a:r>
              <a:rPr lang="fr-FR" dirty="0"/>
              <a:t>, </a:t>
            </a:r>
            <a:r>
              <a:rPr lang="fr-FR" dirty="0" err="1"/>
              <a:t>consectetur</a:t>
            </a:r>
            <a:r>
              <a:rPr lang="fr-FR" dirty="0"/>
              <a:t>, </a:t>
            </a:r>
            <a:r>
              <a:rPr lang="fr-FR" dirty="0" err="1"/>
              <a:t>adipisci</a:t>
            </a:r>
            <a:r>
              <a:rPr lang="fr-FR" dirty="0"/>
              <a:t> </a:t>
            </a:r>
            <a:r>
              <a:rPr lang="fr-FR" dirty="0" err="1"/>
              <a:t>velit</a:t>
            </a:r>
            <a:r>
              <a:rPr lang="fr-FR" dirty="0"/>
              <a:t>, </a:t>
            </a:r>
            <a:r>
              <a:rPr lang="fr-FR" dirty="0" err="1"/>
              <a:t>sed</a:t>
            </a:r>
            <a:r>
              <a:rPr lang="fr-FR" dirty="0"/>
              <a:t> quia non </a:t>
            </a:r>
            <a:r>
              <a:rPr lang="fr-FR" dirty="0" err="1"/>
              <a:t>numquam</a:t>
            </a:r>
            <a:r>
              <a:rPr lang="fr-FR" dirty="0"/>
              <a:t> </a:t>
            </a:r>
            <a:r>
              <a:rPr lang="fr-FR" dirty="0" err="1"/>
              <a:t>eius</a:t>
            </a:r>
            <a:r>
              <a:rPr lang="fr-FR" dirty="0"/>
              <a:t> </a:t>
            </a:r>
            <a:r>
              <a:rPr lang="fr-FR" dirty="0" err="1"/>
              <a:t>modi</a:t>
            </a:r>
            <a:r>
              <a:rPr lang="fr-FR" dirty="0"/>
              <a:t> </a:t>
            </a:r>
            <a:r>
              <a:rPr lang="fr-FR" dirty="0" err="1"/>
              <a:t>tempora</a:t>
            </a:r>
            <a:r>
              <a:rPr lang="fr-FR" dirty="0"/>
              <a:t> </a:t>
            </a:r>
            <a:r>
              <a:rPr lang="fr-FR" dirty="0" err="1"/>
              <a:t>incidunt</a:t>
            </a:r>
            <a:r>
              <a:rPr lang="fr-FR" dirty="0"/>
              <a:t> ut </a:t>
            </a:r>
            <a:r>
              <a:rPr lang="fr-FR" dirty="0" err="1"/>
              <a:t>labore</a:t>
            </a:r>
            <a:r>
              <a:rPr lang="fr-FR" dirty="0"/>
              <a:t> et </a:t>
            </a:r>
            <a:r>
              <a:rPr lang="fr-FR" dirty="0" err="1"/>
              <a:t>dolore</a:t>
            </a:r>
            <a:r>
              <a:rPr lang="fr-FR" dirty="0"/>
              <a:t> </a:t>
            </a:r>
            <a:r>
              <a:rPr lang="fr-FR" dirty="0" err="1"/>
              <a:t>magnam</a:t>
            </a:r>
            <a:r>
              <a:rPr lang="fr-FR" dirty="0"/>
              <a:t> </a:t>
            </a:r>
            <a:r>
              <a:rPr lang="fr-FR" dirty="0" err="1"/>
              <a:t>aliquam</a:t>
            </a:r>
            <a:r>
              <a:rPr lang="fr-FR" dirty="0"/>
              <a:t> </a:t>
            </a:r>
            <a:r>
              <a:rPr lang="fr-FR" dirty="0" err="1"/>
              <a:t>quaerat</a:t>
            </a:r>
            <a:r>
              <a:rPr lang="fr-FR" dirty="0"/>
              <a:t> </a:t>
            </a:r>
            <a:r>
              <a:rPr lang="fr-FR" dirty="0" err="1"/>
              <a:t>voluptatem</a:t>
            </a:r>
            <a:r>
              <a:rPr lang="fr-FR" dirty="0"/>
              <a:t>. </a:t>
            </a:r>
          </a:p>
        </p:txBody>
      </p:sp>
      <p:sp>
        <p:nvSpPr>
          <p:cNvPr id="4" name="Espace réservé du texte 2"/>
          <p:cNvSpPr>
            <a:spLocks noGrp="1"/>
          </p:cNvSpPr>
          <p:nvPr>
            <p:ph type="body" sz="quarter" idx="18" hasCustomPrompt="1"/>
          </p:nvPr>
        </p:nvSpPr>
        <p:spPr>
          <a:xfrm>
            <a:off x="1159496" y="6262929"/>
            <a:ext cx="4176713" cy="241001"/>
          </a:xfrm>
        </p:spPr>
        <p:txBody>
          <a:bodyPr>
            <a:noAutofit/>
          </a:bodyPr>
          <a:lstStyle>
            <a:lvl1pPr marL="0" indent="0">
              <a:buNone/>
              <a:defRPr sz="1000" b="1" baseline="0">
                <a:solidFill>
                  <a:schemeClr val="tx1">
                    <a:lumMod val="65000"/>
                    <a:lumOff val="35000"/>
                  </a:schemeClr>
                </a:solidFill>
              </a:defRPr>
            </a:lvl1pPr>
            <a:lvl2pPr>
              <a:defRPr sz="1000"/>
            </a:lvl2pPr>
            <a:lvl3pPr>
              <a:defRPr sz="1000"/>
            </a:lvl3pPr>
            <a:lvl4pPr>
              <a:defRPr sz="1000"/>
            </a:lvl4pPr>
            <a:lvl5pPr>
              <a:defRPr sz="1000"/>
            </a:lvl5pPr>
          </a:lstStyle>
          <a:p>
            <a:pPr lvl="0"/>
            <a:r>
              <a:rPr lang="fr-FR" dirty="0"/>
              <a:t>OBJET DE LA PRESENTATION – XX/XX/XXXX</a:t>
            </a:r>
          </a:p>
        </p:txBody>
      </p:sp>
      <p:sp>
        <p:nvSpPr>
          <p:cNvPr id="5" name="Espace réservé du texte 2"/>
          <p:cNvSpPr>
            <a:spLocks noGrp="1"/>
          </p:cNvSpPr>
          <p:nvPr>
            <p:ph type="body" sz="quarter" idx="20" hasCustomPrompt="1"/>
          </p:nvPr>
        </p:nvSpPr>
        <p:spPr>
          <a:xfrm>
            <a:off x="1156620" y="6475714"/>
            <a:ext cx="4176713" cy="241001"/>
          </a:xfrm>
        </p:spPr>
        <p:txBody>
          <a:bodyPr>
            <a:noAutofit/>
          </a:bodyPr>
          <a:lstStyle>
            <a:lvl1pPr marL="0" indent="0">
              <a:buNone/>
              <a:defRPr sz="1000" b="0" baseline="0">
                <a:solidFill>
                  <a:schemeClr val="tx1">
                    <a:lumMod val="65000"/>
                    <a:lumOff val="35000"/>
                  </a:schemeClr>
                </a:solidFill>
              </a:defRPr>
            </a:lvl1pPr>
            <a:lvl2pPr>
              <a:defRPr sz="1000"/>
            </a:lvl2pPr>
            <a:lvl3pPr>
              <a:defRPr sz="1000"/>
            </a:lvl3pPr>
            <a:lvl4pPr>
              <a:defRPr sz="1000"/>
            </a:lvl4pPr>
            <a:lvl5pPr>
              <a:defRPr sz="1000"/>
            </a:lvl5pPr>
          </a:lstStyle>
          <a:p>
            <a:pPr lvl="0"/>
            <a:r>
              <a:rPr lang="fr-FR" dirty="0"/>
              <a:t>Mention spéciales</a:t>
            </a:r>
          </a:p>
        </p:txBody>
      </p:sp>
      <p:sp>
        <p:nvSpPr>
          <p:cNvPr id="8" name="Rectangle 7"/>
          <p:cNvSpPr/>
          <p:nvPr userDrawn="1"/>
        </p:nvSpPr>
        <p:spPr>
          <a:xfrm>
            <a:off x="479376" y="6262930"/>
            <a:ext cx="504056" cy="453786"/>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9" name="ZoneTexte 8"/>
          <p:cNvSpPr txBox="1"/>
          <p:nvPr userDrawn="1"/>
        </p:nvSpPr>
        <p:spPr>
          <a:xfrm>
            <a:off x="443372" y="6320546"/>
            <a:ext cx="576064" cy="338554"/>
          </a:xfrm>
          <a:prstGeom prst="rect">
            <a:avLst/>
          </a:prstGeom>
          <a:noFill/>
        </p:spPr>
        <p:txBody>
          <a:bodyPr wrap="square" rtlCol="0" anchor="ctr">
            <a:spAutoFit/>
          </a:bodyPr>
          <a:lstStyle/>
          <a:p>
            <a:pPr marL="0" marR="0" indent="0" algn="ctr" defTabSz="914400" rtl="0" eaLnBrk="1" fontAlgn="auto" latinLnBrk="0" hangingPunct="1">
              <a:lnSpc>
                <a:spcPct val="100000"/>
              </a:lnSpc>
              <a:spcBef>
                <a:spcPts val="0"/>
              </a:spcBef>
              <a:spcAft>
                <a:spcPts val="0"/>
              </a:spcAft>
              <a:buClrTx/>
              <a:buSzTx/>
              <a:buFontTx/>
              <a:buNone/>
              <a:tabLst/>
            </a:pPr>
            <a:fld id="{C00337EC-70DC-4EB2-AB21-5CBC0065E6DE}" type="slidenum">
              <a:rPr lang="fr-FR" sz="1600" b="1" i="0" kern="1200" smtClean="0">
                <a:solidFill>
                  <a:schemeClr val="bg1">
                    <a:lumMod val="50000"/>
                  </a:schemeClr>
                </a:solidFill>
                <a:effectLst/>
                <a:latin typeface="Arial" charset="0"/>
                <a:ea typeface="Arial" charset="0"/>
                <a:cs typeface="Arial" charset="0"/>
              </a:rPr>
              <a:pPr marL="0" marR="0" indent="0" algn="ctr" defTabSz="914400" rtl="0" eaLnBrk="1" fontAlgn="auto" latinLnBrk="0" hangingPunct="1">
                <a:lnSpc>
                  <a:spcPct val="100000"/>
                </a:lnSpc>
                <a:spcBef>
                  <a:spcPts val="0"/>
                </a:spcBef>
                <a:spcAft>
                  <a:spcPts val="0"/>
                </a:spcAft>
                <a:buClrTx/>
                <a:buSzTx/>
                <a:buFontTx/>
                <a:buNone/>
                <a:tabLst/>
              </a:pPr>
              <a:t>‹N°›</a:t>
            </a:fld>
            <a:endParaRPr lang="fr-FR" sz="700" b="1" i="0" kern="1200" dirty="0">
              <a:solidFill>
                <a:schemeClr val="bg1">
                  <a:lumMod val="50000"/>
                </a:schemeClr>
              </a:solidFill>
              <a:effectLst/>
              <a:latin typeface="Arial" charset="0"/>
              <a:ea typeface="Arial" charset="0"/>
              <a:cs typeface="Arial" charset="0"/>
            </a:endParaRPr>
          </a:p>
        </p:txBody>
      </p:sp>
    </p:spTree>
    <p:extLst>
      <p:ext uri="{BB962C8B-B14F-4D97-AF65-F5344CB8AC3E}">
        <p14:creationId xmlns:p14="http://schemas.microsoft.com/office/powerpoint/2010/main" val="409290627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age Marque/produit">
    <p:spTree>
      <p:nvGrpSpPr>
        <p:cNvPr id="1" name=""/>
        <p:cNvGrpSpPr/>
        <p:nvPr/>
      </p:nvGrpSpPr>
      <p:grpSpPr>
        <a:xfrm>
          <a:off x="0" y="0"/>
          <a:ext cx="0" cy="0"/>
          <a:chOff x="0" y="0"/>
          <a:chExt cx="0" cy="0"/>
        </a:xfrm>
      </p:grpSpPr>
      <p:sp>
        <p:nvSpPr>
          <p:cNvPr id="24" name="Rectangle 23"/>
          <p:cNvSpPr/>
          <p:nvPr userDrawn="1"/>
        </p:nvSpPr>
        <p:spPr>
          <a:xfrm>
            <a:off x="8789" y="0"/>
            <a:ext cx="12192000" cy="191683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215" dirty="0"/>
          </a:p>
        </p:txBody>
      </p:sp>
      <p:sp>
        <p:nvSpPr>
          <p:cNvPr id="28" name="Espace réservé du texte 9"/>
          <p:cNvSpPr>
            <a:spLocks noGrp="1"/>
          </p:cNvSpPr>
          <p:nvPr>
            <p:ph type="body" sz="quarter" idx="17" hasCustomPrompt="1"/>
          </p:nvPr>
        </p:nvSpPr>
        <p:spPr>
          <a:xfrm>
            <a:off x="601784" y="332656"/>
            <a:ext cx="10722708" cy="1224136"/>
          </a:xfrm>
        </p:spPr>
        <p:txBody>
          <a:bodyPr anchor="b">
            <a:noAutofit/>
          </a:bodyPr>
          <a:lstStyle>
            <a:lvl1pPr marL="0" indent="0" algn="l">
              <a:buNone/>
              <a:defRPr sz="4431" baseline="0">
                <a:solidFill>
                  <a:srgbClr val="F59100"/>
                </a:solidFill>
                <a:latin typeface="Arial" panose="020B0604020202020204" pitchFamily="34" charset="0"/>
                <a:cs typeface="Arial" panose="020B0604020202020204" pitchFamily="34" charset="0"/>
              </a:defRPr>
            </a:lvl1pPr>
          </a:lstStyle>
          <a:p>
            <a:pPr lvl="0"/>
            <a:r>
              <a:rPr lang="fr-FR" dirty="0" err="1"/>
              <a:t>Lorem</a:t>
            </a:r>
            <a:r>
              <a:rPr lang="fr-FR" dirty="0"/>
              <a:t> </a:t>
            </a:r>
            <a:r>
              <a:rPr lang="fr-FR" dirty="0" err="1"/>
              <a:t>ipsum</a:t>
            </a:r>
            <a:r>
              <a:rPr lang="fr-FR" dirty="0"/>
              <a:t> </a:t>
            </a:r>
            <a:r>
              <a:rPr lang="fr-FR" dirty="0" err="1"/>
              <a:t>dolor</a:t>
            </a:r>
            <a:r>
              <a:rPr lang="fr-FR" dirty="0"/>
              <a:t> </a:t>
            </a:r>
            <a:r>
              <a:rPr lang="fr-FR" dirty="0" err="1"/>
              <a:t>sit</a:t>
            </a:r>
            <a:r>
              <a:rPr lang="fr-FR" dirty="0"/>
              <a:t> </a:t>
            </a:r>
            <a:r>
              <a:rPr lang="fr-FR" dirty="0" err="1"/>
              <a:t>amet</a:t>
            </a:r>
            <a:r>
              <a:rPr lang="fr-FR" dirty="0"/>
              <a:t>, </a:t>
            </a:r>
            <a:r>
              <a:rPr lang="fr-FR" dirty="0" err="1"/>
              <a:t>consectetur</a:t>
            </a:r>
            <a:r>
              <a:rPr lang="fr-FR" dirty="0"/>
              <a:t> </a:t>
            </a:r>
            <a:r>
              <a:rPr lang="fr-FR" dirty="0" err="1"/>
              <a:t>adipiscing</a:t>
            </a:r>
            <a:r>
              <a:rPr lang="fr-FR" dirty="0"/>
              <a:t> </a:t>
            </a:r>
            <a:r>
              <a:rPr lang="fr-FR" dirty="0" err="1"/>
              <a:t>elit</a:t>
            </a:r>
            <a:r>
              <a:rPr lang="fr-FR" dirty="0"/>
              <a:t>. </a:t>
            </a:r>
          </a:p>
        </p:txBody>
      </p:sp>
      <p:grpSp>
        <p:nvGrpSpPr>
          <p:cNvPr id="6" name="Groupe 5"/>
          <p:cNvGrpSpPr/>
          <p:nvPr userDrawn="1"/>
        </p:nvGrpSpPr>
        <p:grpSpPr>
          <a:xfrm>
            <a:off x="8472264" y="2276872"/>
            <a:ext cx="3463768" cy="3456384"/>
            <a:chOff x="5748810" y="2276872"/>
            <a:chExt cx="3949216" cy="3096344"/>
          </a:xfrm>
        </p:grpSpPr>
        <p:sp>
          <p:nvSpPr>
            <p:cNvPr id="3" name="Rectangle 2"/>
            <p:cNvSpPr/>
            <p:nvPr userDrawn="1"/>
          </p:nvSpPr>
          <p:spPr>
            <a:xfrm>
              <a:off x="6033120" y="2276872"/>
              <a:ext cx="3664906" cy="3096344"/>
            </a:xfrm>
            <a:prstGeom prst="rect">
              <a:avLst/>
            </a:prstGeom>
            <a:solidFill>
              <a:srgbClr val="2F31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215" dirty="0"/>
            </a:p>
          </p:txBody>
        </p:sp>
        <p:sp>
          <p:nvSpPr>
            <p:cNvPr id="5" name="Triangle isocèle 4"/>
            <p:cNvSpPr/>
            <p:nvPr userDrawn="1"/>
          </p:nvSpPr>
          <p:spPr>
            <a:xfrm rot="16200000" flipH="1">
              <a:off x="5745535" y="2496172"/>
              <a:ext cx="506884" cy="500334"/>
            </a:xfrm>
            <a:custGeom>
              <a:avLst/>
              <a:gdLst>
                <a:gd name="connsiteX0" fmla="*/ 0 w 288032"/>
                <a:gd name="connsiteY0" fmla="*/ 288032 h 288032"/>
                <a:gd name="connsiteX1" fmla="*/ 144016 w 288032"/>
                <a:gd name="connsiteY1" fmla="*/ 0 h 288032"/>
                <a:gd name="connsiteX2" fmla="*/ 288032 w 288032"/>
                <a:gd name="connsiteY2" fmla="*/ 288032 h 288032"/>
                <a:gd name="connsiteX3" fmla="*/ 0 w 288032"/>
                <a:gd name="connsiteY3" fmla="*/ 288032 h 288032"/>
                <a:gd name="connsiteX0" fmla="*/ 0 w 147538"/>
                <a:gd name="connsiteY0" fmla="*/ 285651 h 288032"/>
                <a:gd name="connsiteX1" fmla="*/ 3522 w 147538"/>
                <a:gd name="connsiteY1" fmla="*/ 0 h 288032"/>
                <a:gd name="connsiteX2" fmla="*/ 147538 w 147538"/>
                <a:gd name="connsiteY2" fmla="*/ 288032 h 288032"/>
                <a:gd name="connsiteX3" fmla="*/ 0 w 147538"/>
                <a:gd name="connsiteY3" fmla="*/ 285651 h 288032"/>
              </a:gdLst>
              <a:ahLst/>
              <a:cxnLst>
                <a:cxn ang="0">
                  <a:pos x="connsiteX0" y="connsiteY0"/>
                </a:cxn>
                <a:cxn ang="0">
                  <a:pos x="connsiteX1" y="connsiteY1"/>
                </a:cxn>
                <a:cxn ang="0">
                  <a:pos x="connsiteX2" y="connsiteY2"/>
                </a:cxn>
                <a:cxn ang="0">
                  <a:pos x="connsiteX3" y="connsiteY3"/>
                </a:cxn>
              </a:cxnLst>
              <a:rect l="l" t="t" r="r" b="b"/>
              <a:pathLst>
                <a:path w="147538" h="288032">
                  <a:moveTo>
                    <a:pt x="0" y="285651"/>
                  </a:moveTo>
                  <a:lnTo>
                    <a:pt x="3522" y="0"/>
                  </a:lnTo>
                  <a:lnTo>
                    <a:pt x="147538" y="288032"/>
                  </a:lnTo>
                  <a:lnTo>
                    <a:pt x="0" y="285651"/>
                  </a:lnTo>
                  <a:close/>
                </a:path>
              </a:pathLst>
            </a:custGeom>
            <a:solidFill>
              <a:srgbClr val="2F31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215" dirty="0"/>
            </a:p>
          </p:txBody>
        </p:sp>
      </p:grpSp>
      <p:sp>
        <p:nvSpPr>
          <p:cNvPr id="13" name="Espace réservé du texte 12"/>
          <p:cNvSpPr>
            <a:spLocks noGrp="1"/>
          </p:cNvSpPr>
          <p:nvPr>
            <p:ph type="body" sz="quarter" idx="15" hasCustomPrompt="1"/>
          </p:nvPr>
        </p:nvSpPr>
        <p:spPr>
          <a:xfrm>
            <a:off x="9022800" y="2672819"/>
            <a:ext cx="2801528" cy="2811140"/>
          </a:xfrm>
        </p:spPr>
        <p:txBody>
          <a:bodyPr>
            <a:normAutofit/>
          </a:bodyPr>
          <a:lstStyle>
            <a:lvl1pPr marL="0" indent="0">
              <a:buFont typeface="Arial" panose="020B0604020202020204" pitchFamily="34" charset="0"/>
              <a:buNone/>
              <a:tabLst>
                <a:tab pos="216883" algn="l"/>
                <a:tab pos="9269278" algn="l"/>
              </a:tabLst>
              <a:defRPr lang="fr-FR" sz="1723" b="0" i="0" kern="1200" baseline="0" dirty="0">
                <a:solidFill>
                  <a:schemeClr val="bg1"/>
                </a:solidFill>
                <a:effectLst/>
                <a:latin typeface="Arial" panose="020B0604020202020204" pitchFamily="34" charset="0"/>
                <a:ea typeface="+mn-ea"/>
                <a:cs typeface="Arial" panose="020B0604020202020204" pitchFamily="34" charset="0"/>
              </a:defRPr>
            </a:lvl1pPr>
            <a:lvl2pPr marL="562722" indent="0">
              <a:buNone/>
              <a:defRPr sz="2215"/>
            </a:lvl2pPr>
            <a:lvl3pPr marL="1125444" indent="0">
              <a:buNone/>
              <a:defRPr sz="1969"/>
            </a:lvl3pPr>
            <a:lvl4pPr marL="1688165" indent="0">
              <a:buNone/>
              <a:defRPr sz="1723"/>
            </a:lvl4pPr>
            <a:lvl5pPr marL="2250887" indent="0">
              <a:buNone/>
              <a:defRPr sz="1723"/>
            </a:lvl5pPr>
          </a:lstStyle>
          <a:p>
            <a:pPr lvl="0"/>
            <a:r>
              <a:rPr lang="fr-FR" dirty="0"/>
              <a:t>Et </a:t>
            </a:r>
            <a:r>
              <a:rPr lang="fr-FR" dirty="0" err="1"/>
              <a:t>harum</a:t>
            </a:r>
            <a:r>
              <a:rPr lang="fr-FR" dirty="0"/>
              <a:t> </a:t>
            </a:r>
            <a:r>
              <a:rPr lang="fr-FR" dirty="0" err="1"/>
              <a:t>quidem</a:t>
            </a:r>
            <a:r>
              <a:rPr lang="fr-FR" dirty="0"/>
              <a:t> </a:t>
            </a:r>
            <a:r>
              <a:rPr lang="fr-FR" dirty="0" err="1"/>
              <a:t>rerum</a:t>
            </a:r>
            <a:r>
              <a:rPr lang="fr-FR" dirty="0"/>
              <a:t> </a:t>
            </a:r>
            <a:r>
              <a:rPr lang="fr-FR" dirty="0" err="1"/>
              <a:t>facilis</a:t>
            </a:r>
            <a:r>
              <a:rPr lang="fr-FR" dirty="0"/>
              <a:t> est et </a:t>
            </a:r>
            <a:r>
              <a:rPr lang="fr-FR" dirty="0" err="1"/>
              <a:t>expedita</a:t>
            </a:r>
            <a:r>
              <a:rPr lang="fr-FR" dirty="0"/>
              <a:t> </a:t>
            </a:r>
            <a:r>
              <a:rPr lang="fr-FR" dirty="0" err="1"/>
              <a:t>distinctio</a:t>
            </a:r>
            <a:r>
              <a:rPr lang="fr-FR" dirty="0"/>
              <a:t>. </a:t>
            </a:r>
          </a:p>
          <a:p>
            <a:pPr lvl="0"/>
            <a:endParaRPr lang="fr-FR" dirty="0"/>
          </a:p>
          <a:p>
            <a:pPr lvl="0"/>
            <a:r>
              <a:rPr lang="fr-FR" dirty="0"/>
              <a:t>Nam libero </a:t>
            </a:r>
            <a:r>
              <a:rPr lang="fr-FR" dirty="0" err="1"/>
              <a:t>tempore</a:t>
            </a:r>
            <a:r>
              <a:rPr lang="fr-FR" dirty="0"/>
              <a:t>, cum </a:t>
            </a:r>
            <a:r>
              <a:rPr lang="fr-FR" dirty="0" err="1"/>
              <a:t>soluta</a:t>
            </a:r>
            <a:r>
              <a:rPr lang="fr-FR" dirty="0"/>
              <a:t> </a:t>
            </a:r>
            <a:r>
              <a:rPr lang="fr-FR" dirty="0" err="1"/>
              <a:t>nobis</a:t>
            </a:r>
            <a:r>
              <a:rPr lang="fr-FR" dirty="0"/>
              <a:t> est </a:t>
            </a:r>
            <a:r>
              <a:rPr lang="fr-FR" dirty="0" err="1"/>
              <a:t>eligendi</a:t>
            </a:r>
            <a:r>
              <a:rPr lang="fr-FR" dirty="0"/>
              <a:t> </a:t>
            </a:r>
            <a:r>
              <a:rPr lang="fr-FR" dirty="0" err="1"/>
              <a:t>optio</a:t>
            </a:r>
            <a:r>
              <a:rPr lang="fr-FR" dirty="0"/>
              <a:t> </a:t>
            </a:r>
            <a:r>
              <a:rPr lang="fr-FR" dirty="0" err="1"/>
              <a:t>cumque</a:t>
            </a:r>
            <a:r>
              <a:rPr lang="fr-FR" dirty="0"/>
              <a:t> nihil </a:t>
            </a:r>
            <a:r>
              <a:rPr lang="fr-FR" dirty="0" err="1"/>
              <a:t>impedit</a:t>
            </a:r>
            <a:r>
              <a:rPr lang="fr-FR" dirty="0"/>
              <a:t> quo minus id quod maxime </a:t>
            </a:r>
            <a:r>
              <a:rPr lang="fr-FR" dirty="0" err="1"/>
              <a:t>placeat</a:t>
            </a:r>
            <a:r>
              <a:rPr lang="fr-FR" dirty="0"/>
              <a:t> </a:t>
            </a:r>
            <a:r>
              <a:rPr lang="fr-FR" dirty="0" err="1"/>
              <a:t>facere</a:t>
            </a:r>
            <a:endParaRPr lang="fr-FR" dirty="0"/>
          </a:p>
        </p:txBody>
      </p:sp>
      <p:sp>
        <p:nvSpPr>
          <p:cNvPr id="26" name="Espace réservé du texte 6"/>
          <p:cNvSpPr>
            <a:spLocks noGrp="1"/>
          </p:cNvSpPr>
          <p:nvPr>
            <p:ph type="body" sz="quarter" idx="19" hasCustomPrompt="1"/>
          </p:nvPr>
        </p:nvSpPr>
        <p:spPr>
          <a:xfrm>
            <a:off x="601784" y="2276872"/>
            <a:ext cx="6470009" cy="3456384"/>
          </a:xfrm>
        </p:spPr>
        <p:txBody>
          <a:bodyPr/>
          <a:lstStyle>
            <a:lvl1pPr marL="0" indent="0">
              <a:buNone/>
              <a:defRPr lang="fr-FR" sz="2215" b="1" i="0" kern="1200" baseline="0" dirty="0" smtClean="0">
                <a:solidFill>
                  <a:srgbClr val="2F3130"/>
                </a:solidFill>
                <a:effectLst/>
                <a:latin typeface="Arial" panose="020B0604020202020204" pitchFamily="34" charset="0"/>
                <a:ea typeface="+mn-ea"/>
                <a:cs typeface="Arial" panose="020B0604020202020204" pitchFamily="34" charset="0"/>
              </a:defRPr>
            </a:lvl1pPr>
            <a:lvl2pPr marL="0" indent="0" algn="l">
              <a:buNone/>
              <a:defRPr lang="fr-FR" sz="1723" b="0" i="0" kern="1200" baseline="0" dirty="0" smtClean="0">
                <a:solidFill>
                  <a:schemeClr val="bg1">
                    <a:lumMod val="50000"/>
                  </a:schemeClr>
                </a:solidFill>
                <a:effectLst/>
                <a:latin typeface="Arial" panose="020B0604020202020204" pitchFamily="34" charset="0"/>
                <a:ea typeface="+mn-ea"/>
                <a:cs typeface="Arial" panose="020B0604020202020204" pitchFamily="34" charset="0"/>
              </a:defRPr>
            </a:lvl2pPr>
          </a:lstStyle>
          <a:p>
            <a:pPr marL="0" lvl="0" indent="0" algn="just" defTabSz="1125444" rtl="0" eaLnBrk="1" latinLnBrk="0" hangingPunct="1">
              <a:spcBef>
                <a:spcPct val="20000"/>
              </a:spcBef>
              <a:buClr>
                <a:srgbClr val="FFC000"/>
              </a:buClr>
              <a:buFont typeface="Arial" panose="020B0604020202020204" pitchFamily="34" charset="0"/>
              <a:buNone/>
              <a:tabLst>
                <a:tab pos="9269278" algn="l"/>
              </a:tabLst>
            </a:pPr>
            <a:r>
              <a:rPr lang="fr-FR" dirty="0"/>
              <a:t>Modifiez les styles du texte du masque</a:t>
            </a:r>
          </a:p>
          <a:p>
            <a:pPr lvl="1"/>
            <a:r>
              <a:rPr lang="fr-FR" dirty="0"/>
              <a:t>Deuxième niveau</a:t>
            </a:r>
          </a:p>
        </p:txBody>
      </p:sp>
      <p:sp>
        <p:nvSpPr>
          <p:cNvPr id="15" name="Espace réservé du texte 2"/>
          <p:cNvSpPr>
            <a:spLocks noGrp="1"/>
          </p:cNvSpPr>
          <p:nvPr>
            <p:ph type="body" sz="quarter" idx="18" hasCustomPrompt="1"/>
          </p:nvPr>
        </p:nvSpPr>
        <p:spPr>
          <a:xfrm>
            <a:off x="1159496" y="6262929"/>
            <a:ext cx="4176713" cy="241001"/>
          </a:xfrm>
        </p:spPr>
        <p:txBody>
          <a:bodyPr>
            <a:noAutofit/>
          </a:bodyPr>
          <a:lstStyle>
            <a:lvl1pPr marL="0" indent="0">
              <a:buNone/>
              <a:defRPr sz="1000" b="1" baseline="0">
                <a:solidFill>
                  <a:schemeClr val="tx1">
                    <a:lumMod val="65000"/>
                    <a:lumOff val="35000"/>
                  </a:schemeClr>
                </a:solidFill>
              </a:defRPr>
            </a:lvl1pPr>
            <a:lvl2pPr>
              <a:defRPr sz="1000"/>
            </a:lvl2pPr>
            <a:lvl3pPr>
              <a:defRPr sz="1000"/>
            </a:lvl3pPr>
            <a:lvl4pPr>
              <a:defRPr sz="1000"/>
            </a:lvl4pPr>
            <a:lvl5pPr>
              <a:defRPr sz="1000"/>
            </a:lvl5pPr>
          </a:lstStyle>
          <a:p>
            <a:pPr lvl="0"/>
            <a:r>
              <a:rPr lang="fr-FR" dirty="0"/>
              <a:t>OBJET DE LA PRESENTATION – XX/XX/XXXX</a:t>
            </a:r>
          </a:p>
        </p:txBody>
      </p:sp>
      <p:sp>
        <p:nvSpPr>
          <p:cNvPr id="16" name="Espace réservé du texte 2"/>
          <p:cNvSpPr>
            <a:spLocks noGrp="1"/>
          </p:cNvSpPr>
          <p:nvPr>
            <p:ph type="body" sz="quarter" idx="20" hasCustomPrompt="1"/>
          </p:nvPr>
        </p:nvSpPr>
        <p:spPr>
          <a:xfrm>
            <a:off x="1156620" y="6475714"/>
            <a:ext cx="4176713" cy="241001"/>
          </a:xfrm>
        </p:spPr>
        <p:txBody>
          <a:bodyPr>
            <a:noAutofit/>
          </a:bodyPr>
          <a:lstStyle>
            <a:lvl1pPr marL="0" indent="0">
              <a:buNone/>
              <a:defRPr sz="1000" b="0" baseline="0">
                <a:solidFill>
                  <a:schemeClr val="tx1">
                    <a:lumMod val="65000"/>
                    <a:lumOff val="35000"/>
                  </a:schemeClr>
                </a:solidFill>
              </a:defRPr>
            </a:lvl1pPr>
            <a:lvl2pPr>
              <a:defRPr sz="1000"/>
            </a:lvl2pPr>
            <a:lvl3pPr>
              <a:defRPr sz="1000"/>
            </a:lvl3pPr>
            <a:lvl4pPr>
              <a:defRPr sz="1000"/>
            </a:lvl4pPr>
            <a:lvl5pPr>
              <a:defRPr sz="1000"/>
            </a:lvl5pPr>
          </a:lstStyle>
          <a:p>
            <a:pPr lvl="0"/>
            <a:r>
              <a:rPr lang="fr-FR" dirty="0"/>
              <a:t>Mention spéciales</a:t>
            </a:r>
          </a:p>
        </p:txBody>
      </p:sp>
      <p:sp>
        <p:nvSpPr>
          <p:cNvPr id="19" name="Rectangle 18"/>
          <p:cNvSpPr/>
          <p:nvPr userDrawn="1"/>
        </p:nvSpPr>
        <p:spPr>
          <a:xfrm>
            <a:off x="479376" y="6262930"/>
            <a:ext cx="504056" cy="453786"/>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0" name="ZoneTexte 19"/>
          <p:cNvSpPr txBox="1"/>
          <p:nvPr userDrawn="1"/>
        </p:nvSpPr>
        <p:spPr>
          <a:xfrm>
            <a:off x="443372" y="6320546"/>
            <a:ext cx="576064" cy="338554"/>
          </a:xfrm>
          <a:prstGeom prst="rect">
            <a:avLst/>
          </a:prstGeom>
          <a:noFill/>
        </p:spPr>
        <p:txBody>
          <a:bodyPr wrap="square" rtlCol="0" anchor="ctr">
            <a:spAutoFit/>
          </a:bodyPr>
          <a:lstStyle/>
          <a:p>
            <a:pPr marL="0" marR="0" indent="0" algn="ctr" defTabSz="914400" rtl="0" eaLnBrk="1" fontAlgn="auto" latinLnBrk="0" hangingPunct="1">
              <a:lnSpc>
                <a:spcPct val="100000"/>
              </a:lnSpc>
              <a:spcBef>
                <a:spcPts val="0"/>
              </a:spcBef>
              <a:spcAft>
                <a:spcPts val="0"/>
              </a:spcAft>
              <a:buClrTx/>
              <a:buSzTx/>
              <a:buFontTx/>
              <a:buNone/>
              <a:tabLst/>
            </a:pPr>
            <a:fld id="{C00337EC-70DC-4EB2-AB21-5CBC0065E6DE}" type="slidenum">
              <a:rPr lang="fr-FR" sz="1600" b="1" i="0" kern="1200" smtClean="0">
                <a:solidFill>
                  <a:schemeClr val="bg1">
                    <a:lumMod val="50000"/>
                  </a:schemeClr>
                </a:solidFill>
                <a:effectLst/>
                <a:latin typeface="Arial" charset="0"/>
                <a:ea typeface="Arial" charset="0"/>
                <a:cs typeface="Arial" charset="0"/>
              </a:rPr>
              <a:pPr marL="0" marR="0" indent="0" algn="ctr" defTabSz="914400" rtl="0" eaLnBrk="1" fontAlgn="auto" latinLnBrk="0" hangingPunct="1">
                <a:lnSpc>
                  <a:spcPct val="100000"/>
                </a:lnSpc>
                <a:spcBef>
                  <a:spcPts val="0"/>
                </a:spcBef>
                <a:spcAft>
                  <a:spcPts val="0"/>
                </a:spcAft>
                <a:buClrTx/>
                <a:buSzTx/>
                <a:buFontTx/>
                <a:buNone/>
                <a:tabLst/>
              </a:pPr>
              <a:t>‹N°›</a:t>
            </a:fld>
            <a:endParaRPr lang="fr-FR" sz="700" b="1" i="0" kern="1200" dirty="0">
              <a:solidFill>
                <a:schemeClr val="bg1">
                  <a:lumMod val="50000"/>
                </a:schemeClr>
              </a:solidFill>
              <a:effectLst/>
              <a:latin typeface="Arial" charset="0"/>
              <a:ea typeface="Arial" charset="0"/>
              <a:cs typeface="Arial" charset="0"/>
            </a:endParaRPr>
          </a:p>
        </p:txBody>
      </p:sp>
    </p:spTree>
    <p:extLst>
      <p:ext uri="{BB962C8B-B14F-4D97-AF65-F5344CB8AC3E}">
        <p14:creationId xmlns:p14="http://schemas.microsoft.com/office/powerpoint/2010/main" val="395577476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Page Marque/produit">
    <p:spTree>
      <p:nvGrpSpPr>
        <p:cNvPr id="1" name=""/>
        <p:cNvGrpSpPr/>
        <p:nvPr/>
      </p:nvGrpSpPr>
      <p:grpSpPr>
        <a:xfrm>
          <a:off x="0" y="0"/>
          <a:ext cx="0" cy="0"/>
          <a:chOff x="0" y="0"/>
          <a:chExt cx="0" cy="0"/>
        </a:xfrm>
      </p:grpSpPr>
      <p:sp>
        <p:nvSpPr>
          <p:cNvPr id="24" name="Rectangle 23"/>
          <p:cNvSpPr/>
          <p:nvPr userDrawn="1"/>
        </p:nvSpPr>
        <p:spPr>
          <a:xfrm>
            <a:off x="8789" y="0"/>
            <a:ext cx="12192000" cy="191683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215" dirty="0"/>
          </a:p>
        </p:txBody>
      </p:sp>
      <p:sp>
        <p:nvSpPr>
          <p:cNvPr id="28" name="Espace réservé du texte 9"/>
          <p:cNvSpPr>
            <a:spLocks noGrp="1"/>
          </p:cNvSpPr>
          <p:nvPr>
            <p:ph type="body" sz="quarter" idx="17" hasCustomPrompt="1"/>
          </p:nvPr>
        </p:nvSpPr>
        <p:spPr>
          <a:xfrm>
            <a:off x="601784" y="332656"/>
            <a:ext cx="10722708" cy="1224136"/>
          </a:xfrm>
        </p:spPr>
        <p:txBody>
          <a:bodyPr anchor="b">
            <a:noAutofit/>
          </a:bodyPr>
          <a:lstStyle>
            <a:lvl1pPr marL="0" indent="0" algn="l">
              <a:buNone/>
              <a:defRPr sz="4431" baseline="0">
                <a:solidFill>
                  <a:srgbClr val="F59100"/>
                </a:solidFill>
                <a:latin typeface="Arial" panose="020B0604020202020204" pitchFamily="34" charset="0"/>
                <a:cs typeface="Arial" panose="020B0604020202020204" pitchFamily="34" charset="0"/>
              </a:defRPr>
            </a:lvl1pPr>
          </a:lstStyle>
          <a:p>
            <a:pPr lvl="0"/>
            <a:r>
              <a:rPr lang="fr-FR" dirty="0" err="1"/>
              <a:t>Lorem</a:t>
            </a:r>
            <a:r>
              <a:rPr lang="fr-FR" dirty="0"/>
              <a:t> </a:t>
            </a:r>
            <a:r>
              <a:rPr lang="fr-FR" dirty="0" err="1"/>
              <a:t>ipsum</a:t>
            </a:r>
            <a:r>
              <a:rPr lang="fr-FR" dirty="0"/>
              <a:t> </a:t>
            </a:r>
            <a:r>
              <a:rPr lang="fr-FR" dirty="0" err="1"/>
              <a:t>dolor</a:t>
            </a:r>
            <a:r>
              <a:rPr lang="fr-FR" dirty="0"/>
              <a:t> </a:t>
            </a:r>
            <a:r>
              <a:rPr lang="fr-FR" dirty="0" err="1"/>
              <a:t>sit</a:t>
            </a:r>
            <a:r>
              <a:rPr lang="fr-FR" dirty="0"/>
              <a:t> </a:t>
            </a:r>
            <a:r>
              <a:rPr lang="fr-FR" dirty="0" err="1"/>
              <a:t>amet</a:t>
            </a:r>
            <a:r>
              <a:rPr lang="fr-FR" dirty="0"/>
              <a:t>, </a:t>
            </a:r>
            <a:r>
              <a:rPr lang="fr-FR" dirty="0" err="1"/>
              <a:t>consectetur</a:t>
            </a:r>
            <a:r>
              <a:rPr lang="fr-FR" dirty="0"/>
              <a:t> </a:t>
            </a:r>
            <a:r>
              <a:rPr lang="fr-FR" dirty="0" err="1"/>
              <a:t>adipiscing</a:t>
            </a:r>
            <a:r>
              <a:rPr lang="fr-FR" dirty="0"/>
              <a:t> </a:t>
            </a:r>
            <a:r>
              <a:rPr lang="fr-FR" dirty="0" err="1"/>
              <a:t>elit</a:t>
            </a:r>
            <a:r>
              <a:rPr lang="fr-FR" dirty="0"/>
              <a:t>. </a:t>
            </a:r>
          </a:p>
        </p:txBody>
      </p:sp>
      <p:grpSp>
        <p:nvGrpSpPr>
          <p:cNvPr id="6" name="Groupe 5"/>
          <p:cNvGrpSpPr/>
          <p:nvPr userDrawn="1"/>
        </p:nvGrpSpPr>
        <p:grpSpPr>
          <a:xfrm>
            <a:off x="8472264" y="2276872"/>
            <a:ext cx="3463768" cy="3456384"/>
            <a:chOff x="5748810" y="2276872"/>
            <a:chExt cx="3949216" cy="3096344"/>
          </a:xfrm>
        </p:grpSpPr>
        <p:sp>
          <p:nvSpPr>
            <p:cNvPr id="3" name="Rectangle 2"/>
            <p:cNvSpPr/>
            <p:nvPr userDrawn="1"/>
          </p:nvSpPr>
          <p:spPr>
            <a:xfrm>
              <a:off x="6033120" y="2276872"/>
              <a:ext cx="3664906" cy="3096344"/>
            </a:xfrm>
            <a:prstGeom prst="rect">
              <a:avLst/>
            </a:prstGeom>
            <a:solidFill>
              <a:srgbClr val="F59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215" dirty="0"/>
            </a:p>
          </p:txBody>
        </p:sp>
        <p:sp>
          <p:nvSpPr>
            <p:cNvPr id="5" name="Triangle isocèle 4"/>
            <p:cNvSpPr/>
            <p:nvPr userDrawn="1"/>
          </p:nvSpPr>
          <p:spPr>
            <a:xfrm rot="16200000" flipH="1">
              <a:off x="5745535" y="2496172"/>
              <a:ext cx="506884" cy="500334"/>
            </a:xfrm>
            <a:custGeom>
              <a:avLst/>
              <a:gdLst>
                <a:gd name="connsiteX0" fmla="*/ 0 w 288032"/>
                <a:gd name="connsiteY0" fmla="*/ 288032 h 288032"/>
                <a:gd name="connsiteX1" fmla="*/ 144016 w 288032"/>
                <a:gd name="connsiteY1" fmla="*/ 0 h 288032"/>
                <a:gd name="connsiteX2" fmla="*/ 288032 w 288032"/>
                <a:gd name="connsiteY2" fmla="*/ 288032 h 288032"/>
                <a:gd name="connsiteX3" fmla="*/ 0 w 288032"/>
                <a:gd name="connsiteY3" fmla="*/ 288032 h 288032"/>
                <a:gd name="connsiteX0" fmla="*/ 0 w 147538"/>
                <a:gd name="connsiteY0" fmla="*/ 285651 h 288032"/>
                <a:gd name="connsiteX1" fmla="*/ 3522 w 147538"/>
                <a:gd name="connsiteY1" fmla="*/ 0 h 288032"/>
                <a:gd name="connsiteX2" fmla="*/ 147538 w 147538"/>
                <a:gd name="connsiteY2" fmla="*/ 288032 h 288032"/>
                <a:gd name="connsiteX3" fmla="*/ 0 w 147538"/>
                <a:gd name="connsiteY3" fmla="*/ 285651 h 288032"/>
              </a:gdLst>
              <a:ahLst/>
              <a:cxnLst>
                <a:cxn ang="0">
                  <a:pos x="connsiteX0" y="connsiteY0"/>
                </a:cxn>
                <a:cxn ang="0">
                  <a:pos x="connsiteX1" y="connsiteY1"/>
                </a:cxn>
                <a:cxn ang="0">
                  <a:pos x="connsiteX2" y="connsiteY2"/>
                </a:cxn>
                <a:cxn ang="0">
                  <a:pos x="connsiteX3" y="connsiteY3"/>
                </a:cxn>
              </a:cxnLst>
              <a:rect l="l" t="t" r="r" b="b"/>
              <a:pathLst>
                <a:path w="147538" h="288032">
                  <a:moveTo>
                    <a:pt x="0" y="285651"/>
                  </a:moveTo>
                  <a:lnTo>
                    <a:pt x="3522" y="0"/>
                  </a:lnTo>
                  <a:lnTo>
                    <a:pt x="147538" y="288032"/>
                  </a:lnTo>
                  <a:lnTo>
                    <a:pt x="0" y="285651"/>
                  </a:lnTo>
                  <a:close/>
                </a:path>
              </a:pathLst>
            </a:custGeom>
            <a:solidFill>
              <a:srgbClr val="F59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215" dirty="0"/>
            </a:p>
          </p:txBody>
        </p:sp>
      </p:grpSp>
      <p:sp>
        <p:nvSpPr>
          <p:cNvPr id="13" name="Espace réservé du texte 12"/>
          <p:cNvSpPr>
            <a:spLocks noGrp="1"/>
          </p:cNvSpPr>
          <p:nvPr>
            <p:ph type="body" sz="quarter" idx="15" hasCustomPrompt="1"/>
          </p:nvPr>
        </p:nvSpPr>
        <p:spPr>
          <a:xfrm>
            <a:off x="9022800" y="2672819"/>
            <a:ext cx="2801528" cy="2811140"/>
          </a:xfrm>
        </p:spPr>
        <p:txBody>
          <a:bodyPr>
            <a:normAutofit/>
          </a:bodyPr>
          <a:lstStyle>
            <a:lvl1pPr marL="0" indent="0">
              <a:buFont typeface="Arial" panose="020B0604020202020204" pitchFamily="34" charset="0"/>
              <a:buNone/>
              <a:tabLst>
                <a:tab pos="216883" algn="l"/>
                <a:tab pos="9269278" algn="l"/>
              </a:tabLst>
              <a:defRPr lang="fr-FR" sz="1723" b="0" i="0" kern="1200" baseline="0" dirty="0">
                <a:solidFill>
                  <a:schemeClr val="bg1"/>
                </a:solidFill>
                <a:effectLst/>
                <a:latin typeface="Arial" panose="020B0604020202020204" pitchFamily="34" charset="0"/>
                <a:ea typeface="+mn-ea"/>
                <a:cs typeface="Arial" panose="020B0604020202020204" pitchFamily="34" charset="0"/>
              </a:defRPr>
            </a:lvl1pPr>
            <a:lvl2pPr marL="562722" indent="0">
              <a:buNone/>
              <a:defRPr sz="2215"/>
            </a:lvl2pPr>
            <a:lvl3pPr marL="1125444" indent="0">
              <a:buNone/>
              <a:defRPr sz="1969"/>
            </a:lvl3pPr>
            <a:lvl4pPr marL="1688165" indent="0">
              <a:buNone/>
              <a:defRPr sz="1723"/>
            </a:lvl4pPr>
            <a:lvl5pPr marL="2250887" indent="0">
              <a:buNone/>
              <a:defRPr sz="1723"/>
            </a:lvl5pPr>
          </a:lstStyle>
          <a:p>
            <a:pPr lvl="0"/>
            <a:r>
              <a:rPr lang="fr-FR" dirty="0"/>
              <a:t>Et </a:t>
            </a:r>
            <a:r>
              <a:rPr lang="fr-FR" dirty="0" err="1"/>
              <a:t>harum</a:t>
            </a:r>
            <a:r>
              <a:rPr lang="fr-FR" dirty="0"/>
              <a:t> </a:t>
            </a:r>
            <a:r>
              <a:rPr lang="fr-FR" dirty="0" err="1"/>
              <a:t>quidem</a:t>
            </a:r>
            <a:r>
              <a:rPr lang="fr-FR" dirty="0"/>
              <a:t> </a:t>
            </a:r>
            <a:r>
              <a:rPr lang="fr-FR" dirty="0" err="1"/>
              <a:t>rerum</a:t>
            </a:r>
            <a:r>
              <a:rPr lang="fr-FR" dirty="0"/>
              <a:t> </a:t>
            </a:r>
            <a:r>
              <a:rPr lang="fr-FR" dirty="0" err="1"/>
              <a:t>facilis</a:t>
            </a:r>
            <a:r>
              <a:rPr lang="fr-FR" dirty="0"/>
              <a:t> est et </a:t>
            </a:r>
            <a:r>
              <a:rPr lang="fr-FR" dirty="0" err="1"/>
              <a:t>expedita</a:t>
            </a:r>
            <a:r>
              <a:rPr lang="fr-FR" dirty="0"/>
              <a:t> </a:t>
            </a:r>
            <a:r>
              <a:rPr lang="fr-FR" dirty="0" err="1"/>
              <a:t>distinctio</a:t>
            </a:r>
            <a:r>
              <a:rPr lang="fr-FR" dirty="0"/>
              <a:t>. </a:t>
            </a:r>
          </a:p>
          <a:p>
            <a:pPr lvl="0"/>
            <a:endParaRPr lang="fr-FR" dirty="0"/>
          </a:p>
          <a:p>
            <a:pPr lvl="0"/>
            <a:r>
              <a:rPr lang="fr-FR" dirty="0"/>
              <a:t>Nam libero </a:t>
            </a:r>
            <a:r>
              <a:rPr lang="fr-FR" dirty="0" err="1"/>
              <a:t>tempore</a:t>
            </a:r>
            <a:r>
              <a:rPr lang="fr-FR" dirty="0"/>
              <a:t>, cum </a:t>
            </a:r>
            <a:r>
              <a:rPr lang="fr-FR" dirty="0" err="1"/>
              <a:t>soluta</a:t>
            </a:r>
            <a:r>
              <a:rPr lang="fr-FR" dirty="0"/>
              <a:t> </a:t>
            </a:r>
            <a:r>
              <a:rPr lang="fr-FR" dirty="0" err="1"/>
              <a:t>nobis</a:t>
            </a:r>
            <a:r>
              <a:rPr lang="fr-FR" dirty="0"/>
              <a:t> est </a:t>
            </a:r>
            <a:r>
              <a:rPr lang="fr-FR" dirty="0" err="1"/>
              <a:t>eligendi</a:t>
            </a:r>
            <a:r>
              <a:rPr lang="fr-FR" dirty="0"/>
              <a:t> </a:t>
            </a:r>
            <a:r>
              <a:rPr lang="fr-FR" dirty="0" err="1"/>
              <a:t>optio</a:t>
            </a:r>
            <a:r>
              <a:rPr lang="fr-FR" dirty="0"/>
              <a:t> </a:t>
            </a:r>
            <a:r>
              <a:rPr lang="fr-FR" dirty="0" err="1"/>
              <a:t>cumque</a:t>
            </a:r>
            <a:r>
              <a:rPr lang="fr-FR" dirty="0"/>
              <a:t> nihil </a:t>
            </a:r>
            <a:r>
              <a:rPr lang="fr-FR" dirty="0" err="1"/>
              <a:t>impedit</a:t>
            </a:r>
            <a:r>
              <a:rPr lang="fr-FR" dirty="0"/>
              <a:t> quo minus id quod maxime </a:t>
            </a:r>
            <a:r>
              <a:rPr lang="fr-FR" dirty="0" err="1"/>
              <a:t>placeat</a:t>
            </a:r>
            <a:r>
              <a:rPr lang="fr-FR" dirty="0"/>
              <a:t> </a:t>
            </a:r>
            <a:r>
              <a:rPr lang="fr-FR" dirty="0" err="1"/>
              <a:t>facere</a:t>
            </a:r>
            <a:endParaRPr lang="fr-FR" dirty="0"/>
          </a:p>
        </p:txBody>
      </p:sp>
      <p:sp>
        <p:nvSpPr>
          <p:cNvPr id="26" name="Espace réservé du texte 6"/>
          <p:cNvSpPr>
            <a:spLocks noGrp="1"/>
          </p:cNvSpPr>
          <p:nvPr>
            <p:ph type="body" sz="quarter" idx="19" hasCustomPrompt="1"/>
          </p:nvPr>
        </p:nvSpPr>
        <p:spPr>
          <a:xfrm>
            <a:off x="601784" y="2276872"/>
            <a:ext cx="6470009" cy="3456384"/>
          </a:xfrm>
        </p:spPr>
        <p:txBody>
          <a:bodyPr/>
          <a:lstStyle>
            <a:lvl1pPr marL="0" indent="0">
              <a:buNone/>
              <a:defRPr lang="fr-FR" sz="2215" b="1" i="0" kern="1200" baseline="0" dirty="0" smtClean="0">
                <a:solidFill>
                  <a:srgbClr val="2F3130"/>
                </a:solidFill>
                <a:effectLst/>
                <a:latin typeface="Arial" panose="020B0604020202020204" pitchFamily="34" charset="0"/>
                <a:ea typeface="+mn-ea"/>
                <a:cs typeface="Arial" panose="020B0604020202020204" pitchFamily="34" charset="0"/>
              </a:defRPr>
            </a:lvl1pPr>
            <a:lvl2pPr marL="0" indent="0" algn="l">
              <a:buNone/>
              <a:defRPr lang="fr-FR" sz="1723" b="0" i="0" kern="1200" baseline="0" dirty="0" smtClean="0">
                <a:solidFill>
                  <a:schemeClr val="bg1">
                    <a:lumMod val="50000"/>
                  </a:schemeClr>
                </a:solidFill>
                <a:effectLst/>
                <a:latin typeface="Arial" panose="020B0604020202020204" pitchFamily="34" charset="0"/>
                <a:ea typeface="+mn-ea"/>
                <a:cs typeface="Arial" panose="020B0604020202020204" pitchFamily="34" charset="0"/>
              </a:defRPr>
            </a:lvl2pPr>
          </a:lstStyle>
          <a:p>
            <a:pPr marL="0" lvl="0" indent="0" algn="just" defTabSz="1125444" rtl="0" eaLnBrk="1" latinLnBrk="0" hangingPunct="1">
              <a:spcBef>
                <a:spcPct val="20000"/>
              </a:spcBef>
              <a:buClr>
                <a:srgbClr val="FFC000"/>
              </a:buClr>
              <a:buFont typeface="Arial" panose="020B0604020202020204" pitchFamily="34" charset="0"/>
              <a:buNone/>
              <a:tabLst>
                <a:tab pos="9269278" algn="l"/>
              </a:tabLst>
            </a:pPr>
            <a:r>
              <a:rPr lang="fr-FR" dirty="0"/>
              <a:t>Modifiez les styles du texte du masque</a:t>
            </a:r>
          </a:p>
          <a:p>
            <a:pPr lvl="1"/>
            <a:r>
              <a:rPr lang="fr-FR" dirty="0"/>
              <a:t>Deuxième niveau</a:t>
            </a:r>
          </a:p>
        </p:txBody>
      </p:sp>
      <p:sp>
        <p:nvSpPr>
          <p:cNvPr id="10" name="Espace réservé du texte 2"/>
          <p:cNvSpPr>
            <a:spLocks noGrp="1"/>
          </p:cNvSpPr>
          <p:nvPr>
            <p:ph type="body" sz="quarter" idx="18" hasCustomPrompt="1"/>
          </p:nvPr>
        </p:nvSpPr>
        <p:spPr>
          <a:xfrm>
            <a:off x="1159496" y="6262929"/>
            <a:ext cx="4176713" cy="241001"/>
          </a:xfrm>
        </p:spPr>
        <p:txBody>
          <a:bodyPr>
            <a:noAutofit/>
          </a:bodyPr>
          <a:lstStyle>
            <a:lvl1pPr marL="0" indent="0">
              <a:buNone/>
              <a:defRPr sz="1000" b="1" baseline="0">
                <a:solidFill>
                  <a:schemeClr val="tx1">
                    <a:lumMod val="65000"/>
                    <a:lumOff val="35000"/>
                  </a:schemeClr>
                </a:solidFill>
              </a:defRPr>
            </a:lvl1pPr>
            <a:lvl2pPr>
              <a:defRPr sz="1000"/>
            </a:lvl2pPr>
            <a:lvl3pPr>
              <a:defRPr sz="1000"/>
            </a:lvl3pPr>
            <a:lvl4pPr>
              <a:defRPr sz="1000"/>
            </a:lvl4pPr>
            <a:lvl5pPr>
              <a:defRPr sz="1000"/>
            </a:lvl5pPr>
          </a:lstStyle>
          <a:p>
            <a:pPr lvl="0"/>
            <a:r>
              <a:rPr lang="fr-FR" dirty="0"/>
              <a:t>OBJET DE LA PRESENTATION – XX/XX/XXXX</a:t>
            </a:r>
          </a:p>
        </p:txBody>
      </p:sp>
      <p:sp>
        <p:nvSpPr>
          <p:cNvPr id="11" name="Espace réservé du texte 2"/>
          <p:cNvSpPr>
            <a:spLocks noGrp="1"/>
          </p:cNvSpPr>
          <p:nvPr>
            <p:ph type="body" sz="quarter" idx="20" hasCustomPrompt="1"/>
          </p:nvPr>
        </p:nvSpPr>
        <p:spPr>
          <a:xfrm>
            <a:off x="1156620" y="6475714"/>
            <a:ext cx="4176713" cy="241001"/>
          </a:xfrm>
        </p:spPr>
        <p:txBody>
          <a:bodyPr>
            <a:noAutofit/>
          </a:bodyPr>
          <a:lstStyle>
            <a:lvl1pPr marL="0" indent="0">
              <a:buNone/>
              <a:defRPr sz="1000" b="0" baseline="0">
                <a:solidFill>
                  <a:schemeClr val="tx1">
                    <a:lumMod val="65000"/>
                    <a:lumOff val="35000"/>
                  </a:schemeClr>
                </a:solidFill>
              </a:defRPr>
            </a:lvl1pPr>
            <a:lvl2pPr>
              <a:defRPr sz="1000"/>
            </a:lvl2pPr>
            <a:lvl3pPr>
              <a:defRPr sz="1000"/>
            </a:lvl3pPr>
            <a:lvl4pPr>
              <a:defRPr sz="1000"/>
            </a:lvl4pPr>
            <a:lvl5pPr>
              <a:defRPr sz="1000"/>
            </a:lvl5pPr>
          </a:lstStyle>
          <a:p>
            <a:pPr lvl="0"/>
            <a:r>
              <a:rPr lang="fr-FR" dirty="0"/>
              <a:t>Mention spéciales</a:t>
            </a:r>
          </a:p>
        </p:txBody>
      </p:sp>
      <p:sp>
        <p:nvSpPr>
          <p:cNvPr id="15" name="Rectangle 14"/>
          <p:cNvSpPr/>
          <p:nvPr userDrawn="1"/>
        </p:nvSpPr>
        <p:spPr>
          <a:xfrm>
            <a:off x="479376" y="6262930"/>
            <a:ext cx="504056" cy="453786"/>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6" name="ZoneTexte 15"/>
          <p:cNvSpPr txBox="1"/>
          <p:nvPr userDrawn="1"/>
        </p:nvSpPr>
        <p:spPr>
          <a:xfrm>
            <a:off x="443372" y="6320546"/>
            <a:ext cx="576064" cy="338554"/>
          </a:xfrm>
          <a:prstGeom prst="rect">
            <a:avLst/>
          </a:prstGeom>
          <a:noFill/>
        </p:spPr>
        <p:txBody>
          <a:bodyPr wrap="square" rtlCol="0" anchor="ctr">
            <a:spAutoFit/>
          </a:bodyPr>
          <a:lstStyle/>
          <a:p>
            <a:pPr marL="0" marR="0" indent="0" algn="ctr" defTabSz="914400" rtl="0" eaLnBrk="1" fontAlgn="auto" latinLnBrk="0" hangingPunct="1">
              <a:lnSpc>
                <a:spcPct val="100000"/>
              </a:lnSpc>
              <a:spcBef>
                <a:spcPts val="0"/>
              </a:spcBef>
              <a:spcAft>
                <a:spcPts val="0"/>
              </a:spcAft>
              <a:buClrTx/>
              <a:buSzTx/>
              <a:buFontTx/>
              <a:buNone/>
              <a:tabLst/>
            </a:pPr>
            <a:fld id="{C00337EC-70DC-4EB2-AB21-5CBC0065E6DE}" type="slidenum">
              <a:rPr lang="fr-FR" sz="1600" b="1" i="0" kern="1200" smtClean="0">
                <a:solidFill>
                  <a:schemeClr val="bg1">
                    <a:lumMod val="50000"/>
                  </a:schemeClr>
                </a:solidFill>
                <a:effectLst/>
                <a:latin typeface="Arial" charset="0"/>
                <a:ea typeface="Arial" charset="0"/>
                <a:cs typeface="Arial" charset="0"/>
              </a:rPr>
              <a:pPr marL="0" marR="0" indent="0" algn="ctr" defTabSz="914400" rtl="0" eaLnBrk="1" fontAlgn="auto" latinLnBrk="0" hangingPunct="1">
                <a:lnSpc>
                  <a:spcPct val="100000"/>
                </a:lnSpc>
                <a:spcBef>
                  <a:spcPts val="0"/>
                </a:spcBef>
                <a:spcAft>
                  <a:spcPts val="0"/>
                </a:spcAft>
                <a:buClrTx/>
                <a:buSzTx/>
                <a:buFontTx/>
                <a:buNone/>
                <a:tabLst/>
              </a:pPr>
              <a:t>‹N°›</a:t>
            </a:fld>
            <a:endParaRPr lang="fr-FR" sz="700" b="1" i="0" kern="1200" dirty="0">
              <a:solidFill>
                <a:schemeClr val="bg1">
                  <a:lumMod val="50000"/>
                </a:schemeClr>
              </a:solidFill>
              <a:effectLst/>
              <a:latin typeface="Arial" charset="0"/>
              <a:ea typeface="Arial" charset="0"/>
              <a:cs typeface="Arial" charset="0"/>
            </a:endParaRPr>
          </a:p>
        </p:txBody>
      </p:sp>
    </p:spTree>
    <p:extLst>
      <p:ext uri="{BB962C8B-B14F-4D97-AF65-F5344CB8AC3E}">
        <p14:creationId xmlns:p14="http://schemas.microsoft.com/office/powerpoint/2010/main" val="284655133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_Page Marque/produit">
    <p:spTree>
      <p:nvGrpSpPr>
        <p:cNvPr id="1" name=""/>
        <p:cNvGrpSpPr/>
        <p:nvPr/>
      </p:nvGrpSpPr>
      <p:grpSpPr>
        <a:xfrm>
          <a:off x="0" y="0"/>
          <a:ext cx="0" cy="0"/>
          <a:chOff x="0" y="0"/>
          <a:chExt cx="0" cy="0"/>
        </a:xfrm>
      </p:grpSpPr>
      <p:sp>
        <p:nvSpPr>
          <p:cNvPr id="24" name="Rectangle 23"/>
          <p:cNvSpPr/>
          <p:nvPr userDrawn="1"/>
        </p:nvSpPr>
        <p:spPr>
          <a:xfrm>
            <a:off x="8789" y="0"/>
            <a:ext cx="12192000" cy="191683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215" dirty="0"/>
          </a:p>
        </p:txBody>
      </p:sp>
      <p:sp>
        <p:nvSpPr>
          <p:cNvPr id="28" name="Espace réservé du texte 9"/>
          <p:cNvSpPr>
            <a:spLocks noGrp="1"/>
          </p:cNvSpPr>
          <p:nvPr>
            <p:ph type="body" sz="quarter" idx="17" hasCustomPrompt="1"/>
          </p:nvPr>
        </p:nvSpPr>
        <p:spPr>
          <a:xfrm>
            <a:off x="601784" y="332656"/>
            <a:ext cx="10722708" cy="1224136"/>
          </a:xfrm>
        </p:spPr>
        <p:txBody>
          <a:bodyPr anchor="b">
            <a:noAutofit/>
          </a:bodyPr>
          <a:lstStyle>
            <a:lvl1pPr marL="0" indent="0" algn="l">
              <a:buNone/>
              <a:defRPr sz="4431" baseline="0">
                <a:solidFill>
                  <a:srgbClr val="F59100"/>
                </a:solidFill>
                <a:latin typeface="Arial" panose="020B0604020202020204" pitchFamily="34" charset="0"/>
                <a:cs typeface="Arial" panose="020B0604020202020204" pitchFamily="34" charset="0"/>
              </a:defRPr>
            </a:lvl1pPr>
          </a:lstStyle>
          <a:p>
            <a:pPr lvl="0"/>
            <a:r>
              <a:rPr lang="fr-FR" dirty="0" err="1"/>
              <a:t>Lorem</a:t>
            </a:r>
            <a:r>
              <a:rPr lang="fr-FR" dirty="0"/>
              <a:t> </a:t>
            </a:r>
            <a:r>
              <a:rPr lang="fr-FR" dirty="0" err="1"/>
              <a:t>ipsum</a:t>
            </a:r>
            <a:r>
              <a:rPr lang="fr-FR" dirty="0"/>
              <a:t> </a:t>
            </a:r>
            <a:r>
              <a:rPr lang="fr-FR" dirty="0" err="1"/>
              <a:t>dolor</a:t>
            </a:r>
            <a:r>
              <a:rPr lang="fr-FR" dirty="0"/>
              <a:t> </a:t>
            </a:r>
            <a:r>
              <a:rPr lang="fr-FR" dirty="0" err="1"/>
              <a:t>sit</a:t>
            </a:r>
            <a:r>
              <a:rPr lang="fr-FR" dirty="0"/>
              <a:t> </a:t>
            </a:r>
            <a:r>
              <a:rPr lang="fr-FR" dirty="0" err="1"/>
              <a:t>amet</a:t>
            </a:r>
            <a:r>
              <a:rPr lang="fr-FR" dirty="0"/>
              <a:t>, </a:t>
            </a:r>
            <a:r>
              <a:rPr lang="fr-FR" dirty="0" err="1"/>
              <a:t>consectetur</a:t>
            </a:r>
            <a:r>
              <a:rPr lang="fr-FR" dirty="0"/>
              <a:t> </a:t>
            </a:r>
            <a:r>
              <a:rPr lang="fr-FR" dirty="0" err="1"/>
              <a:t>adipiscing</a:t>
            </a:r>
            <a:r>
              <a:rPr lang="fr-FR" dirty="0"/>
              <a:t> </a:t>
            </a:r>
            <a:r>
              <a:rPr lang="fr-FR" dirty="0" err="1"/>
              <a:t>elit</a:t>
            </a:r>
            <a:r>
              <a:rPr lang="fr-FR" dirty="0"/>
              <a:t>. </a:t>
            </a:r>
          </a:p>
        </p:txBody>
      </p:sp>
      <p:grpSp>
        <p:nvGrpSpPr>
          <p:cNvPr id="6" name="Groupe 5"/>
          <p:cNvGrpSpPr/>
          <p:nvPr userDrawn="1"/>
        </p:nvGrpSpPr>
        <p:grpSpPr>
          <a:xfrm>
            <a:off x="8472264" y="2276872"/>
            <a:ext cx="3463768" cy="3456384"/>
            <a:chOff x="5748810" y="2276872"/>
            <a:chExt cx="3949216" cy="3096344"/>
          </a:xfrm>
          <a:solidFill>
            <a:srgbClr val="F2F2F2"/>
          </a:solidFill>
        </p:grpSpPr>
        <p:sp>
          <p:nvSpPr>
            <p:cNvPr id="3" name="Rectangle 2"/>
            <p:cNvSpPr/>
            <p:nvPr userDrawn="1"/>
          </p:nvSpPr>
          <p:spPr>
            <a:xfrm>
              <a:off x="6033120" y="2276872"/>
              <a:ext cx="3664906" cy="309634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215" dirty="0"/>
            </a:p>
          </p:txBody>
        </p:sp>
        <p:sp>
          <p:nvSpPr>
            <p:cNvPr id="5" name="Triangle isocèle 4"/>
            <p:cNvSpPr/>
            <p:nvPr userDrawn="1"/>
          </p:nvSpPr>
          <p:spPr>
            <a:xfrm rot="16200000" flipH="1">
              <a:off x="5745535" y="2496172"/>
              <a:ext cx="506884" cy="500334"/>
            </a:xfrm>
            <a:custGeom>
              <a:avLst/>
              <a:gdLst>
                <a:gd name="connsiteX0" fmla="*/ 0 w 288032"/>
                <a:gd name="connsiteY0" fmla="*/ 288032 h 288032"/>
                <a:gd name="connsiteX1" fmla="*/ 144016 w 288032"/>
                <a:gd name="connsiteY1" fmla="*/ 0 h 288032"/>
                <a:gd name="connsiteX2" fmla="*/ 288032 w 288032"/>
                <a:gd name="connsiteY2" fmla="*/ 288032 h 288032"/>
                <a:gd name="connsiteX3" fmla="*/ 0 w 288032"/>
                <a:gd name="connsiteY3" fmla="*/ 288032 h 288032"/>
                <a:gd name="connsiteX0" fmla="*/ 0 w 147538"/>
                <a:gd name="connsiteY0" fmla="*/ 285651 h 288032"/>
                <a:gd name="connsiteX1" fmla="*/ 3522 w 147538"/>
                <a:gd name="connsiteY1" fmla="*/ 0 h 288032"/>
                <a:gd name="connsiteX2" fmla="*/ 147538 w 147538"/>
                <a:gd name="connsiteY2" fmla="*/ 288032 h 288032"/>
                <a:gd name="connsiteX3" fmla="*/ 0 w 147538"/>
                <a:gd name="connsiteY3" fmla="*/ 285651 h 288032"/>
              </a:gdLst>
              <a:ahLst/>
              <a:cxnLst>
                <a:cxn ang="0">
                  <a:pos x="connsiteX0" y="connsiteY0"/>
                </a:cxn>
                <a:cxn ang="0">
                  <a:pos x="connsiteX1" y="connsiteY1"/>
                </a:cxn>
                <a:cxn ang="0">
                  <a:pos x="connsiteX2" y="connsiteY2"/>
                </a:cxn>
                <a:cxn ang="0">
                  <a:pos x="connsiteX3" y="connsiteY3"/>
                </a:cxn>
              </a:cxnLst>
              <a:rect l="l" t="t" r="r" b="b"/>
              <a:pathLst>
                <a:path w="147538" h="288032">
                  <a:moveTo>
                    <a:pt x="0" y="285651"/>
                  </a:moveTo>
                  <a:lnTo>
                    <a:pt x="3522" y="0"/>
                  </a:lnTo>
                  <a:lnTo>
                    <a:pt x="147538" y="288032"/>
                  </a:lnTo>
                  <a:lnTo>
                    <a:pt x="0" y="285651"/>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215" dirty="0"/>
            </a:p>
          </p:txBody>
        </p:sp>
      </p:grpSp>
      <p:sp>
        <p:nvSpPr>
          <p:cNvPr id="13" name="Espace réservé du texte 12"/>
          <p:cNvSpPr>
            <a:spLocks noGrp="1"/>
          </p:cNvSpPr>
          <p:nvPr>
            <p:ph type="body" sz="quarter" idx="15" hasCustomPrompt="1"/>
          </p:nvPr>
        </p:nvSpPr>
        <p:spPr>
          <a:xfrm>
            <a:off x="9022800" y="2672819"/>
            <a:ext cx="2801528" cy="2811140"/>
          </a:xfrm>
        </p:spPr>
        <p:txBody>
          <a:bodyPr>
            <a:normAutofit/>
          </a:bodyPr>
          <a:lstStyle>
            <a:lvl1pPr marL="0" indent="0">
              <a:buFont typeface="Arial" panose="020B0604020202020204" pitchFamily="34" charset="0"/>
              <a:buNone/>
              <a:tabLst>
                <a:tab pos="216883" algn="l"/>
                <a:tab pos="9269278" algn="l"/>
              </a:tabLst>
              <a:defRPr lang="fr-FR" sz="1723" b="0" i="0" kern="1200" baseline="0" dirty="0">
                <a:solidFill>
                  <a:schemeClr val="tx1">
                    <a:lumMod val="65000"/>
                    <a:lumOff val="35000"/>
                  </a:schemeClr>
                </a:solidFill>
                <a:effectLst/>
                <a:latin typeface="Arial" panose="020B0604020202020204" pitchFamily="34" charset="0"/>
                <a:ea typeface="+mn-ea"/>
                <a:cs typeface="Arial" panose="020B0604020202020204" pitchFamily="34" charset="0"/>
              </a:defRPr>
            </a:lvl1pPr>
            <a:lvl2pPr marL="562722" indent="0">
              <a:buNone/>
              <a:defRPr sz="2215"/>
            </a:lvl2pPr>
            <a:lvl3pPr marL="1125444" indent="0">
              <a:buNone/>
              <a:defRPr sz="1969"/>
            </a:lvl3pPr>
            <a:lvl4pPr marL="1688165" indent="0">
              <a:buNone/>
              <a:defRPr sz="1723"/>
            </a:lvl4pPr>
            <a:lvl5pPr marL="2250887" indent="0">
              <a:buNone/>
              <a:defRPr sz="1723"/>
            </a:lvl5pPr>
          </a:lstStyle>
          <a:p>
            <a:pPr lvl="0"/>
            <a:r>
              <a:rPr lang="fr-FR" dirty="0"/>
              <a:t>Et </a:t>
            </a:r>
            <a:r>
              <a:rPr lang="fr-FR" dirty="0" err="1"/>
              <a:t>harum</a:t>
            </a:r>
            <a:r>
              <a:rPr lang="fr-FR" dirty="0"/>
              <a:t> </a:t>
            </a:r>
            <a:r>
              <a:rPr lang="fr-FR" dirty="0" err="1"/>
              <a:t>quidem</a:t>
            </a:r>
            <a:r>
              <a:rPr lang="fr-FR" dirty="0"/>
              <a:t> </a:t>
            </a:r>
            <a:r>
              <a:rPr lang="fr-FR" dirty="0" err="1"/>
              <a:t>rerum</a:t>
            </a:r>
            <a:r>
              <a:rPr lang="fr-FR" dirty="0"/>
              <a:t> </a:t>
            </a:r>
            <a:r>
              <a:rPr lang="fr-FR" dirty="0" err="1"/>
              <a:t>facilis</a:t>
            </a:r>
            <a:r>
              <a:rPr lang="fr-FR" dirty="0"/>
              <a:t> est et </a:t>
            </a:r>
            <a:r>
              <a:rPr lang="fr-FR" dirty="0" err="1"/>
              <a:t>expedita</a:t>
            </a:r>
            <a:r>
              <a:rPr lang="fr-FR" dirty="0"/>
              <a:t> </a:t>
            </a:r>
            <a:r>
              <a:rPr lang="fr-FR" dirty="0" err="1"/>
              <a:t>distinctio</a:t>
            </a:r>
            <a:r>
              <a:rPr lang="fr-FR" dirty="0"/>
              <a:t>. </a:t>
            </a:r>
          </a:p>
          <a:p>
            <a:pPr lvl="0"/>
            <a:endParaRPr lang="fr-FR" dirty="0"/>
          </a:p>
          <a:p>
            <a:pPr lvl="0"/>
            <a:r>
              <a:rPr lang="fr-FR" dirty="0"/>
              <a:t>Nam libero </a:t>
            </a:r>
            <a:r>
              <a:rPr lang="fr-FR" dirty="0" err="1"/>
              <a:t>tempore</a:t>
            </a:r>
            <a:r>
              <a:rPr lang="fr-FR" dirty="0"/>
              <a:t>, cum </a:t>
            </a:r>
            <a:r>
              <a:rPr lang="fr-FR" dirty="0" err="1"/>
              <a:t>soluta</a:t>
            </a:r>
            <a:r>
              <a:rPr lang="fr-FR" dirty="0"/>
              <a:t> </a:t>
            </a:r>
            <a:r>
              <a:rPr lang="fr-FR" dirty="0" err="1"/>
              <a:t>nobis</a:t>
            </a:r>
            <a:r>
              <a:rPr lang="fr-FR" dirty="0"/>
              <a:t> est </a:t>
            </a:r>
            <a:r>
              <a:rPr lang="fr-FR" dirty="0" err="1"/>
              <a:t>eligendi</a:t>
            </a:r>
            <a:r>
              <a:rPr lang="fr-FR" dirty="0"/>
              <a:t> </a:t>
            </a:r>
            <a:r>
              <a:rPr lang="fr-FR" dirty="0" err="1"/>
              <a:t>optio</a:t>
            </a:r>
            <a:r>
              <a:rPr lang="fr-FR" dirty="0"/>
              <a:t> </a:t>
            </a:r>
            <a:r>
              <a:rPr lang="fr-FR" dirty="0" err="1"/>
              <a:t>cumque</a:t>
            </a:r>
            <a:r>
              <a:rPr lang="fr-FR" dirty="0"/>
              <a:t> nihil </a:t>
            </a:r>
            <a:r>
              <a:rPr lang="fr-FR" dirty="0" err="1"/>
              <a:t>impedit</a:t>
            </a:r>
            <a:r>
              <a:rPr lang="fr-FR" dirty="0"/>
              <a:t> quo minus id quod maxime </a:t>
            </a:r>
            <a:r>
              <a:rPr lang="fr-FR" dirty="0" err="1"/>
              <a:t>placeat</a:t>
            </a:r>
            <a:r>
              <a:rPr lang="fr-FR" dirty="0"/>
              <a:t> </a:t>
            </a:r>
            <a:r>
              <a:rPr lang="fr-FR" dirty="0" err="1"/>
              <a:t>facere</a:t>
            </a:r>
            <a:endParaRPr lang="fr-FR" dirty="0"/>
          </a:p>
        </p:txBody>
      </p:sp>
      <p:sp>
        <p:nvSpPr>
          <p:cNvPr id="26" name="Espace réservé du texte 6"/>
          <p:cNvSpPr>
            <a:spLocks noGrp="1"/>
          </p:cNvSpPr>
          <p:nvPr>
            <p:ph type="body" sz="quarter" idx="19" hasCustomPrompt="1"/>
          </p:nvPr>
        </p:nvSpPr>
        <p:spPr>
          <a:xfrm>
            <a:off x="601784" y="2276872"/>
            <a:ext cx="6470009" cy="3456384"/>
          </a:xfrm>
        </p:spPr>
        <p:txBody>
          <a:bodyPr/>
          <a:lstStyle>
            <a:lvl1pPr marL="0" indent="0">
              <a:buNone/>
              <a:defRPr lang="fr-FR" sz="2215" b="1" i="0" kern="1200" baseline="0" dirty="0" smtClean="0">
                <a:solidFill>
                  <a:srgbClr val="2F3130"/>
                </a:solidFill>
                <a:effectLst/>
                <a:latin typeface="Arial" panose="020B0604020202020204" pitchFamily="34" charset="0"/>
                <a:ea typeface="+mn-ea"/>
                <a:cs typeface="Arial" panose="020B0604020202020204" pitchFamily="34" charset="0"/>
              </a:defRPr>
            </a:lvl1pPr>
            <a:lvl2pPr marL="0" indent="0" algn="l">
              <a:buNone/>
              <a:defRPr lang="fr-FR" sz="1723" b="0" i="0" kern="1200" baseline="0" dirty="0" smtClean="0">
                <a:solidFill>
                  <a:schemeClr val="bg1">
                    <a:lumMod val="50000"/>
                  </a:schemeClr>
                </a:solidFill>
                <a:effectLst/>
                <a:latin typeface="Arial" panose="020B0604020202020204" pitchFamily="34" charset="0"/>
                <a:ea typeface="+mn-ea"/>
                <a:cs typeface="Arial" panose="020B0604020202020204" pitchFamily="34" charset="0"/>
              </a:defRPr>
            </a:lvl2pPr>
          </a:lstStyle>
          <a:p>
            <a:pPr marL="0" lvl="0" indent="0" algn="just" defTabSz="1125444" rtl="0" eaLnBrk="1" latinLnBrk="0" hangingPunct="1">
              <a:spcBef>
                <a:spcPct val="20000"/>
              </a:spcBef>
              <a:buClr>
                <a:srgbClr val="FFC000"/>
              </a:buClr>
              <a:buFont typeface="Arial" panose="020B0604020202020204" pitchFamily="34" charset="0"/>
              <a:buNone/>
              <a:tabLst>
                <a:tab pos="9269278" algn="l"/>
              </a:tabLst>
            </a:pPr>
            <a:r>
              <a:rPr lang="fr-FR" dirty="0"/>
              <a:t>Modifiez les styles du texte du masque</a:t>
            </a:r>
          </a:p>
          <a:p>
            <a:pPr lvl="1"/>
            <a:r>
              <a:rPr lang="fr-FR" dirty="0"/>
              <a:t>Deuxième niveau</a:t>
            </a:r>
          </a:p>
        </p:txBody>
      </p:sp>
      <p:sp>
        <p:nvSpPr>
          <p:cNvPr id="10" name="Espace réservé du texte 2"/>
          <p:cNvSpPr>
            <a:spLocks noGrp="1"/>
          </p:cNvSpPr>
          <p:nvPr>
            <p:ph type="body" sz="quarter" idx="18" hasCustomPrompt="1"/>
          </p:nvPr>
        </p:nvSpPr>
        <p:spPr>
          <a:xfrm>
            <a:off x="1159496" y="6262929"/>
            <a:ext cx="4176713" cy="241001"/>
          </a:xfrm>
        </p:spPr>
        <p:txBody>
          <a:bodyPr>
            <a:noAutofit/>
          </a:bodyPr>
          <a:lstStyle>
            <a:lvl1pPr marL="0" indent="0">
              <a:buNone/>
              <a:defRPr sz="1000" b="1" baseline="0">
                <a:solidFill>
                  <a:schemeClr val="tx1">
                    <a:lumMod val="65000"/>
                    <a:lumOff val="35000"/>
                  </a:schemeClr>
                </a:solidFill>
              </a:defRPr>
            </a:lvl1pPr>
            <a:lvl2pPr>
              <a:defRPr sz="1000"/>
            </a:lvl2pPr>
            <a:lvl3pPr>
              <a:defRPr sz="1000"/>
            </a:lvl3pPr>
            <a:lvl4pPr>
              <a:defRPr sz="1000"/>
            </a:lvl4pPr>
            <a:lvl5pPr>
              <a:defRPr sz="1000"/>
            </a:lvl5pPr>
          </a:lstStyle>
          <a:p>
            <a:pPr lvl="0"/>
            <a:r>
              <a:rPr lang="fr-FR" dirty="0"/>
              <a:t>OBJET DE LA PRESENTATION – XX/XX/XXXX</a:t>
            </a:r>
          </a:p>
        </p:txBody>
      </p:sp>
      <p:sp>
        <p:nvSpPr>
          <p:cNvPr id="11" name="Espace réservé du texte 2"/>
          <p:cNvSpPr>
            <a:spLocks noGrp="1"/>
          </p:cNvSpPr>
          <p:nvPr>
            <p:ph type="body" sz="quarter" idx="20" hasCustomPrompt="1"/>
          </p:nvPr>
        </p:nvSpPr>
        <p:spPr>
          <a:xfrm>
            <a:off x="1156620" y="6475714"/>
            <a:ext cx="4176713" cy="241001"/>
          </a:xfrm>
        </p:spPr>
        <p:txBody>
          <a:bodyPr>
            <a:noAutofit/>
          </a:bodyPr>
          <a:lstStyle>
            <a:lvl1pPr marL="0" indent="0">
              <a:buNone/>
              <a:defRPr sz="1000" b="0" baseline="0">
                <a:solidFill>
                  <a:schemeClr val="tx1">
                    <a:lumMod val="65000"/>
                    <a:lumOff val="35000"/>
                  </a:schemeClr>
                </a:solidFill>
              </a:defRPr>
            </a:lvl1pPr>
            <a:lvl2pPr>
              <a:defRPr sz="1000"/>
            </a:lvl2pPr>
            <a:lvl3pPr>
              <a:defRPr sz="1000"/>
            </a:lvl3pPr>
            <a:lvl4pPr>
              <a:defRPr sz="1000"/>
            </a:lvl4pPr>
            <a:lvl5pPr>
              <a:defRPr sz="1000"/>
            </a:lvl5pPr>
          </a:lstStyle>
          <a:p>
            <a:pPr lvl="0"/>
            <a:r>
              <a:rPr lang="fr-FR" dirty="0"/>
              <a:t>Mention spéciales</a:t>
            </a:r>
          </a:p>
        </p:txBody>
      </p:sp>
      <p:sp>
        <p:nvSpPr>
          <p:cNvPr id="15" name="Rectangle 14"/>
          <p:cNvSpPr/>
          <p:nvPr userDrawn="1"/>
        </p:nvSpPr>
        <p:spPr>
          <a:xfrm>
            <a:off x="479376" y="6262930"/>
            <a:ext cx="504056" cy="453786"/>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6" name="ZoneTexte 15"/>
          <p:cNvSpPr txBox="1"/>
          <p:nvPr userDrawn="1"/>
        </p:nvSpPr>
        <p:spPr>
          <a:xfrm>
            <a:off x="443372" y="6320546"/>
            <a:ext cx="576064" cy="338554"/>
          </a:xfrm>
          <a:prstGeom prst="rect">
            <a:avLst/>
          </a:prstGeom>
          <a:noFill/>
        </p:spPr>
        <p:txBody>
          <a:bodyPr wrap="square" rtlCol="0" anchor="ctr">
            <a:spAutoFit/>
          </a:bodyPr>
          <a:lstStyle/>
          <a:p>
            <a:pPr marL="0" marR="0" indent="0" algn="ctr" defTabSz="914400" rtl="0" eaLnBrk="1" fontAlgn="auto" latinLnBrk="0" hangingPunct="1">
              <a:lnSpc>
                <a:spcPct val="100000"/>
              </a:lnSpc>
              <a:spcBef>
                <a:spcPts val="0"/>
              </a:spcBef>
              <a:spcAft>
                <a:spcPts val="0"/>
              </a:spcAft>
              <a:buClrTx/>
              <a:buSzTx/>
              <a:buFontTx/>
              <a:buNone/>
              <a:tabLst/>
            </a:pPr>
            <a:fld id="{C00337EC-70DC-4EB2-AB21-5CBC0065E6DE}" type="slidenum">
              <a:rPr lang="fr-FR" sz="1600" b="1" i="0" kern="1200" smtClean="0">
                <a:solidFill>
                  <a:schemeClr val="bg1">
                    <a:lumMod val="50000"/>
                  </a:schemeClr>
                </a:solidFill>
                <a:effectLst/>
                <a:latin typeface="Arial" charset="0"/>
                <a:ea typeface="Arial" charset="0"/>
                <a:cs typeface="Arial" charset="0"/>
              </a:rPr>
              <a:pPr marL="0" marR="0" indent="0" algn="ctr" defTabSz="914400" rtl="0" eaLnBrk="1" fontAlgn="auto" latinLnBrk="0" hangingPunct="1">
                <a:lnSpc>
                  <a:spcPct val="100000"/>
                </a:lnSpc>
                <a:spcBef>
                  <a:spcPts val="0"/>
                </a:spcBef>
                <a:spcAft>
                  <a:spcPts val="0"/>
                </a:spcAft>
                <a:buClrTx/>
                <a:buSzTx/>
                <a:buFontTx/>
                <a:buNone/>
                <a:tabLst/>
              </a:pPr>
              <a:t>‹N°›</a:t>
            </a:fld>
            <a:endParaRPr lang="fr-FR" sz="700" b="1" i="0" kern="1200" dirty="0">
              <a:solidFill>
                <a:schemeClr val="bg1">
                  <a:lumMod val="50000"/>
                </a:schemeClr>
              </a:solidFill>
              <a:effectLst/>
              <a:latin typeface="Arial" charset="0"/>
              <a:ea typeface="Arial" charset="0"/>
              <a:cs typeface="Arial" charset="0"/>
            </a:endParaRPr>
          </a:p>
        </p:txBody>
      </p:sp>
    </p:spTree>
    <p:extLst>
      <p:ext uri="{BB962C8B-B14F-4D97-AF65-F5344CB8AC3E}">
        <p14:creationId xmlns:p14="http://schemas.microsoft.com/office/powerpoint/2010/main" val="29843403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slideLayout" Target="../slideLayouts/slideLayout23.xml"/><Relationship Id="rId18" Type="http://schemas.openxmlformats.org/officeDocument/2006/relationships/slideLayout" Target="../slideLayouts/slideLayout28.xml"/><Relationship Id="rId26" Type="http://schemas.openxmlformats.org/officeDocument/2006/relationships/theme" Target="../theme/theme2.xml"/><Relationship Id="rId3" Type="http://schemas.openxmlformats.org/officeDocument/2006/relationships/slideLayout" Target="../slideLayouts/slideLayout13.xml"/><Relationship Id="rId21" Type="http://schemas.openxmlformats.org/officeDocument/2006/relationships/slideLayout" Target="../slideLayouts/slideLayout31.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17" Type="http://schemas.openxmlformats.org/officeDocument/2006/relationships/slideLayout" Target="../slideLayouts/slideLayout27.xml"/><Relationship Id="rId25" Type="http://schemas.openxmlformats.org/officeDocument/2006/relationships/slideLayout" Target="../slideLayouts/slideLayout35.xml"/><Relationship Id="rId2" Type="http://schemas.openxmlformats.org/officeDocument/2006/relationships/slideLayout" Target="../slideLayouts/slideLayout12.xml"/><Relationship Id="rId16" Type="http://schemas.openxmlformats.org/officeDocument/2006/relationships/slideLayout" Target="../slideLayouts/slideLayout26.xml"/><Relationship Id="rId20" Type="http://schemas.openxmlformats.org/officeDocument/2006/relationships/slideLayout" Target="../slideLayouts/slideLayout30.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24" Type="http://schemas.openxmlformats.org/officeDocument/2006/relationships/slideLayout" Target="../slideLayouts/slideLayout34.xml"/><Relationship Id="rId5" Type="http://schemas.openxmlformats.org/officeDocument/2006/relationships/slideLayout" Target="../slideLayouts/slideLayout15.xml"/><Relationship Id="rId15" Type="http://schemas.openxmlformats.org/officeDocument/2006/relationships/slideLayout" Target="../slideLayouts/slideLayout25.xml"/><Relationship Id="rId23" Type="http://schemas.openxmlformats.org/officeDocument/2006/relationships/slideLayout" Target="../slideLayouts/slideLayout33.xml"/><Relationship Id="rId10" Type="http://schemas.openxmlformats.org/officeDocument/2006/relationships/slideLayout" Target="../slideLayouts/slideLayout20.xml"/><Relationship Id="rId19" Type="http://schemas.openxmlformats.org/officeDocument/2006/relationships/slideLayout" Target="../slideLayouts/slideLayout29.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slideLayout" Target="../slideLayouts/slideLayout24.xml"/><Relationship Id="rId22"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userDrawn="1"/>
        </p:nvSpPr>
        <p:spPr>
          <a:xfrm>
            <a:off x="0" y="6093296"/>
            <a:ext cx="12192000" cy="7647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 name="Espace réservé du titre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fr-FR" dirty="0"/>
              <a:t>Modifiez le style du titre</a:t>
            </a:r>
          </a:p>
        </p:txBody>
      </p:sp>
      <p:sp>
        <p:nvSpPr>
          <p:cNvPr id="3" name="Espace réservé du texte 2"/>
          <p:cNvSpPr>
            <a:spLocks noGrp="1"/>
          </p:cNvSpPr>
          <p:nvPr>
            <p:ph type="body" idx="1"/>
          </p:nvPr>
        </p:nvSpPr>
        <p:spPr>
          <a:xfrm>
            <a:off x="609600" y="1600202"/>
            <a:ext cx="10972800" cy="3989039"/>
          </a:xfrm>
          <a:prstGeom prst="rect">
            <a:avLst/>
          </a:prstGeom>
        </p:spPr>
        <p:txBody>
          <a:bodyPr vert="horz" lIns="91440" tIns="45720" rIns="91440" bIns="45720" rtlCol="0">
            <a:normAutofit/>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cxnSp>
        <p:nvCxnSpPr>
          <p:cNvPr id="8" name="Connecteur droit 7"/>
          <p:cNvCxnSpPr/>
          <p:nvPr userDrawn="1"/>
        </p:nvCxnSpPr>
        <p:spPr>
          <a:xfrm>
            <a:off x="0" y="6093296"/>
            <a:ext cx="12192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0950063"/>
      </p:ext>
    </p:extLst>
  </p:cSld>
  <p:clrMap bg1="lt1" tx1="dk1" bg2="lt2" tx2="dk2" accent1="accent1" accent2="accent2" accent3="accent3" accent4="accent4" accent5="accent5" accent6="accent6" hlink="hlink" folHlink="folHlink"/>
  <p:sldLayoutIdLst>
    <p:sldLayoutId id="2147483677" r:id="rId1"/>
    <p:sldLayoutId id="2147483650" r:id="rId2"/>
    <p:sldLayoutId id="2147483664" r:id="rId3"/>
    <p:sldLayoutId id="2147483651" r:id="rId4"/>
    <p:sldLayoutId id="2147483666" r:id="rId5"/>
    <p:sldLayoutId id="2147483676" r:id="rId6"/>
    <p:sldLayoutId id="2147483652" r:id="rId7"/>
    <p:sldLayoutId id="2147483672" r:id="rId8"/>
    <p:sldLayoutId id="2147483675" r:id="rId9"/>
    <p:sldLayoutId id="2147483668" r:id="rId10"/>
  </p:sldLayoutIdLst>
  <p:txStyles>
    <p:titleStyle>
      <a:lvl1pPr algn="ctr" defTabSz="1125444" rtl="0" eaLnBrk="1" latinLnBrk="0" hangingPunct="1">
        <a:spcBef>
          <a:spcPct val="0"/>
        </a:spcBef>
        <a:buNone/>
        <a:defRPr sz="4923" b="1" kern="1200">
          <a:solidFill>
            <a:srgbClr val="2F3130"/>
          </a:solidFill>
          <a:latin typeface="Arial" panose="020B0604020202020204" pitchFamily="34" charset="0"/>
          <a:ea typeface="+mj-ea"/>
          <a:cs typeface="Arial" panose="020B0604020202020204" pitchFamily="34" charset="0"/>
        </a:defRPr>
      </a:lvl1pPr>
    </p:titleStyle>
    <p:bodyStyle>
      <a:lvl1pPr marL="422041" indent="-422041" algn="l" defTabSz="1125444" rtl="0" eaLnBrk="1" latinLnBrk="0" hangingPunct="1">
        <a:spcBef>
          <a:spcPct val="20000"/>
        </a:spcBef>
        <a:buFont typeface="Arial" panose="020B0604020202020204" pitchFamily="34" charset="0"/>
        <a:buChar char="•"/>
        <a:defRPr sz="3939" kern="1200">
          <a:solidFill>
            <a:srgbClr val="2F3130"/>
          </a:solidFill>
          <a:latin typeface="Arial" panose="020B0604020202020204" pitchFamily="34" charset="0"/>
          <a:ea typeface="+mn-ea"/>
          <a:cs typeface="Arial" panose="020B0604020202020204" pitchFamily="34" charset="0"/>
        </a:defRPr>
      </a:lvl1pPr>
      <a:lvl2pPr marL="914423" indent="-351701" algn="l" defTabSz="1125444" rtl="0" eaLnBrk="1" latinLnBrk="0" hangingPunct="1">
        <a:spcBef>
          <a:spcPct val="20000"/>
        </a:spcBef>
        <a:buFont typeface="Arial" panose="020B0604020202020204" pitchFamily="34" charset="0"/>
        <a:buChar char="–"/>
        <a:defRPr sz="3446" kern="1200">
          <a:solidFill>
            <a:srgbClr val="2F3130"/>
          </a:solidFill>
          <a:latin typeface="Arial" panose="020B0604020202020204" pitchFamily="34" charset="0"/>
          <a:ea typeface="+mn-ea"/>
          <a:cs typeface="Arial" panose="020B0604020202020204" pitchFamily="34" charset="0"/>
        </a:defRPr>
      </a:lvl2pPr>
      <a:lvl3pPr marL="1406804" indent="-281361" algn="l" defTabSz="1125444" rtl="0" eaLnBrk="1" latinLnBrk="0" hangingPunct="1">
        <a:spcBef>
          <a:spcPct val="20000"/>
        </a:spcBef>
        <a:buFont typeface="Arial" panose="020B0604020202020204" pitchFamily="34" charset="0"/>
        <a:buChar char="•"/>
        <a:defRPr sz="2954" kern="1200">
          <a:solidFill>
            <a:srgbClr val="2F3130"/>
          </a:solidFill>
          <a:latin typeface="Arial" panose="020B0604020202020204" pitchFamily="34" charset="0"/>
          <a:ea typeface="+mn-ea"/>
          <a:cs typeface="Arial" panose="020B0604020202020204" pitchFamily="34" charset="0"/>
        </a:defRPr>
      </a:lvl3pPr>
      <a:lvl4pPr marL="1969526" indent="-281361" algn="l" defTabSz="1125444" rtl="0" eaLnBrk="1" latinLnBrk="0" hangingPunct="1">
        <a:spcBef>
          <a:spcPct val="20000"/>
        </a:spcBef>
        <a:buFont typeface="Arial" panose="020B0604020202020204" pitchFamily="34" charset="0"/>
        <a:buChar char="–"/>
        <a:defRPr sz="2462" kern="1200">
          <a:solidFill>
            <a:srgbClr val="2F3130"/>
          </a:solidFill>
          <a:latin typeface="Arial" panose="020B0604020202020204" pitchFamily="34" charset="0"/>
          <a:ea typeface="+mn-ea"/>
          <a:cs typeface="Arial" panose="020B0604020202020204" pitchFamily="34" charset="0"/>
        </a:defRPr>
      </a:lvl4pPr>
      <a:lvl5pPr marL="2532248" indent="-281361" algn="l" defTabSz="1125444" rtl="0" eaLnBrk="1" latinLnBrk="0" hangingPunct="1">
        <a:spcBef>
          <a:spcPct val="20000"/>
        </a:spcBef>
        <a:buFont typeface="Arial" panose="020B0604020202020204" pitchFamily="34" charset="0"/>
        <a:buChar char="»"/>
        <a:defRPr sz="2462" kern="1200">
          <a:solidFill>
            <a:srgbClr val="2F3130"/>
          </a:solidFill>
          <a:latin typeface="Arial" panose="020B0604020202020204" pitchFamily="34" charset="0"/>
          <a:ea typeface="+mn-ea"/>
          <a:cs typeface="Arial" panose="020B0604020202020204" pitchFamily="34" charset="0"/>
        </a:defRPr>
      </a:lvl5pPr>
      <a:lvl6pPr marL="3094970" indent="-281361" algn="l" defTabSz="1125444"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6pPr>
      <a:lvl7pPr marL="3657691" indent="-281361" algn="l" defTabSz="1125444"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7pPr>
      <a:lvl8pPr marL="4220413" indent="-281361" algn="l" defTabSz="1125444"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8pPr>
      <a:lvl9pPr marL="4783135" indent="-281361" algn="l" defTabSz="1125444"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9pPr>
    </p:bodyStyle>
    <p:otherStyle>
      <a:defPPr>
        <a:defRPr lang="fr-FR"/>
      </a:defPPr>
      <a:lvl1pPr marL="0" algn="l" defTabSz="1125444" rtl="0" eaLnBrk="1" latinLnBrk="0" hangingPunct="1">
        <a:defRPr sz="2215" kern="1200">
          <a:solidFill>
            <a:schemeClr val="tx1"/>
          </a:solidFill>
          <a:latin typeface="+mn-lt"/>
          <a:ea typeface="+mn-ea"/>
          <a:cs typeface="+mn-cs"/>
        </a:defRPr>
      </a:lvl1pPr>
      <a:lvl2pPr marL="562722" algn="l" defTabSz="1125444" rtl="0" eaLnBrk="1" latinLnBrk="0" hangingPunct="1">
        <a:defRPr sz="2215" kern="1200">
          <a:solidFill>
            <a:schemeClr val="tx1"/>
          </a:solidFill>
          <a:latin typeface="+mn-lt"/>
          <a:ea typeface="+mn-ea"/>
          <a:cs typeface="+mn-cs"/>
        </a:defRPr>
      </a:lvl2pPr>
      <a:lvl3pPr marL="1125444" algn="l" defTabSz="1125444" rtl="0" eaLnBrk="1" latinLnBrk="0" hangingPunct="1">
        <a:defRPr sz="2215" kern="1200">
          <a:solidFill>
            <a:schemeClr val="tx1"/>
          </a:solidFill>
          <a:latin typeface="+mn-lt"/>
          <a:ea typeface="+mn-ea"/>
          <a:cs typeface="+mn-cs"/>
        </a:defRPr>
      </a:lvl3pPr>
      <a:lvl4pPr marL="1688165" algn="l" defTabSz="1125444" rtl="0" eaLnBrk="1" latinLnBrk="0" hangingPunct="1">
        <a:defRPr sz="2215" kern="1200">
          <a:solidFill>
            <a:schemeClr val="tx1"/>
          </a:solidFill>
          <a:latin typeface="+mn-lt"/>
          <a:ea typeface="+mn-ea"/>
          <a:cs typeface="+mn-cs"/>
        </a:defRPr>
      </a:lvl4pPr>
      <a:lvl5pPr marL="2250887" algn="l" defTabSz="1125444" rtl="0" eaLnBrk="1" latinLnBrk="0" hangingPunct="1">
        <a:defRPr sz="2215" kern="1200">
          <a:solidFill>
            <a:schemeClr val="tx1"/>
          </a:solidFill>
          <a:latin typeface="+mn-lt"/>
          <a:ea typeface="+mn-ea"/>
          <a:cs typeface="+mn-cs"/>
        </a:defRPr>
      </a:lvl5pPr>
      <a:lvl6pPr marL="2813609" algn="l" defTabSz="1125444" rtl="0" eaLnBrk="1" latinLnBrk="0" hangingPunct="1">
        <a:defRPr sz="2215" kern="1200">
          <a:solidFill>
            <a:schemeClr val="tx1"/>
          </a:solidFill>
          <a:latin typeface="+mn-lt"/>
          <a:ea typeface="+mn-ea"/>
          <a:cs typeface="+mn-cs"/>
        </a:defRPr>
      </a:lvl6pPr>
      <a:lvl7pPr marL="3376331" algn="l" defTabSz="1125444" rtl="0" eaLnBrk="1" latinLnBrk="0" hangingPunct="1">
        <a:defRPr sz="2215" kern="1200">
          <a:solidFill>
            <a:schemeClr val="tx1"/>
          </a:solidFill>
          <a:latin typeface="+mn-lt"/>
          <a:ea typeface="+mn-ea"/>
          <a:cs typeface="+mn-cs"/>
        </a:defRPr>
      </a:lvl7pPr>
      <a:lvl8pPr marL="3939052" algn="l" defTabSz="1125444" rtl="0" eaLnBrk="1" latinLnBrk="0" hangingPunct="1">
        <a:defRPr sz="2215" kern="1200">
          <a:solidFill>
            <a:schemeClr val="tx1"/>
          </a:solidFill>
          <a:latin typeface="+mn-lt"/>
          <a:ea typeface="+mn-ea"/>
          <a:cs typeface="+mn-cs"/>
        </a:defRPr>
      </a:lvl8pPr>
      <a:lvl9pPr marL="4501774" algn="l" defTabSz="1125444" rtl="0" eaLnBrk="1" latinLnBrk="0" hangingPunct="1">
        <a:defRPr sz="221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fr-FR"/>
              <a:t>Modifiez le style du titre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20E5CBB-C446-43BF-B1AE-C638FD40887C}" type="datetimeFigureOut">
              <a:rPr lang="fr-FR" smtClean="0"/>
              <a:t>22/05/2025</a:t>
            </a:fld>
            <a:endParaRPr lang="fr-FR"/>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fr-FR"/>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E36B64FB-969B-4D41-BEFD-FCAF01727EE7}" type="slidenum">
              <a:rPr lang="fr-FR" smtClean="0"/>
              <a:t>‹N°›</a:t>
            </a:fld>
            <a:endParaRPr lang="fr-FR"/>
          </a:p>
        </p:txBody>
      </p:sp>
      <p:sp>
        <p:nvSpPr>
          <p:cNvPr id="8" name="Rectangle 7">
            <a:extLst>
              <a:ext uri="{FF2B5EF4-FFF2-40B4-BE49-F238E27FC236}">
                <a16:creationId xmlns:a16="http://schemas.microsoft.com/office/drawing/2014/main" id="{B2C35E32-D63F-6D1B-7AC6-1449B9E7A175}"/>
              </a:ext>
            </a:extLst>
          </p:cNvPr>
          <p:cNvSpPr/>
          <p:nvPr userDrawn="1"/>
        </p:nvSpPr>
        <p:spPr>
          <a:xfrm>
            <a:off x="0" y="6093296"/>
            <a:ext cx="12192000" cy="7647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cxnSp>
        <p:nvCxnSpPr>
          <p:cNvPr id="9" name="Connecteur droit 8">
            <a:extLst>
              <a:ext uri="{FF2B5EF4-FFF2-40B4-BE49-F238E27FC236}">
                <a16:creationId xmlns:a16="http://schemas.microsoft.com/office/drawing/2014/main" id="{30A83C56-F62D-09CB-1C1A-A1C09C793485}"/>
              </a:ext>
            </a:extLst>
          </p:cNvPr>
          <p:cNvCxnSpPr/>
          <p:nvPr userDrawn="1"/>
        </p:nvCxnSpPr>
        <p:spPr>
          <a:xfrm>
            <a:off x="0" y="6093296"/>
            <a:ext cx="12192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6229202"/>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 id="2147483697" r:id="rId18"/>
    <p:sldLayoutId id="2147483698" r:id="rId19"/>
    <p:sldLayoutId id="2147483699" r:id="rId20"/>
    <p:sldLayoutId id="2147483700" r:id="rId21"/>
    <p:sldLayoutId id="2147483701" r:id="rId22"/>
    <p:sldLayoutId id="2147483702" r:id="rId23"/>
    <p:sldLayoutId id="2147483703" r:id="rId24"/>
    <p:sldLayoutId id="2147483704" r:id="rId25"/>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27.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slide" Target="slide16.xml"/><Relationship Id="rId2" Type="http://schemas.openxmlformats.org/officeDocument/2006/relationships/slide" Target="slide3.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6.xml"/><Relationship Id="rId5" Type="http://schemas.openxmlformats.org/officeDocument/2006/relationships/image" Target="../media/image10.gif"/><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12.png"/><Relationship Id="rId5" Type="http://schemas.openxmlformats.org/officeDocument/2006/relationships/image" Target="../media/image10.gif"/><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6.xml"/><Relationship Id="rId5" Type="http://schemas.openxmlformats.org/officeDocument/2006/relationships/image" Target="../media/image10.gif"/><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6.xml"/><Relationship Id="rId5" Type="http://schemas.openxmlformats.org/officeDocument/2006/relationships/image" Target="../media/image13.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6.png"/><Relationship Id="rId7" Type="http://schemas.openxmlformats.org/officeDocument/2006/relationships/image" Target="../media/image21.png"/><Relationship Id="rId12"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20.png"/><Relationship Id="rId11" Type="http://schemas.openxmlformats.org/officeDocument/2006/relationships/image" Target="../media/image18.png"/><Relationship Id="rId5" Type="http://schemas.openxmlformats.org/officeDocument/2006/relationships/image" Target="../media/image19.png"/><Relationship Id="rId10" Type="http://schemas.openxmlformats.org/officeDocument/2006/relationships/image" Target="../media/image23.png"/><Relationship Id="rId4" Type="http://schemas.openxmlformats.org/officeDocument/2006/relationships/image" Target="../media/image9.png"/><Relationship Id="rId9"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10.gif"/><Relationship Id="rId5" Type="http://schemas.openxmlformats.org/officeDocument/2006/relationships/image" Target="../media/image24.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6.png"/><Relationship Id="rId7"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10.gif"/><Relationship Id="rId5" Type="http://schemas.openxmlformats.org/officeDocument/2006/relationships/image" Target="../media/image9.png"/><Relationship Id="rId4" Type="http://schemas.openxmlformats.org/officeDocument/2006/relationships/image" Target="../media/image30.png"/></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0.xml"/><Relationship Id="rId1" Type="http://schemas.openxmlformats.org/officeDocument/2006/relationships/slideLayout" Target="../slideLayouts/slideLayout6.xml"/><Relationship Id="rId5" Type="http://schemas.openxmlformats.org/officeDocument/2006/relationships/image" Target="../media/image32.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image" Target="../media/image12.png"/><Relationship Id="rId5" Type="http://schemas.openxmlformats.org/officeDocument/2006/relationships/image" Target="../media/image32.png"/><Relationship Id="rId4" Type="http://schemas.openxmlformats.org/officeDocument/2006/relationships/image" Target="../media/image33.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6.xml"/><Relationship Id="rId5" Type="http://schemas.openxmlformats.org/officeDocument/2006/relationships/image" Target="../media/image13.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9.png"/><Relationship Id="rId7" Type="http://schemas.openxmlformats.org/officeDocument/2006/relationships/image" Target="../media/image37.png"/><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9.png"/><Relationship Id="rId7" Type="http://schemas.openxmlformats.org/officeDocument/2006/relationships/image" Target="../media/image37.png"/><Relationship Id="rId2" Type="http://schemas.openxmlformats.org/officeDocument/2006/relationships/notesSlide" Target="../notesSlides/notesSlide14.xml"/><Relationship Id="rId1" Type="http://schemas.openxmlformats.org/officeDocument/2006/relationships/slideLayout" Target="../slideLayouts/slideLayout6.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9.png"/><Relationship Id="rId9" Type="http://schemas.openxmlformats.org/officeDocument/2006/relationships/image" Target="../media/image43.png"/></Relationships>
</file>

<file path=ppt/slides/_rels/slide17.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4.png"/><Relationship Id="rId7" Type="http://schemas.openxmlformats.org/officeDocument/2006/relationships/image" Target="../media/image37.png"/><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image" Target="../media/image9.png"/><Relationship Id="rId5" Type="http://schemas.openxmlformats.org/officeDocument/2006/relationships/image" Target="../media/image46.png"/><Relationship Id="rId4" Type="http://schemas.openxmlformats.org/officeDocument/2006/relationships/image" Target="../media/image45.png"/><Relationship Id="rId9" Type="http://schemas.openxmlformats.org/officeDocument/2006/relationships/image" Target="../media/image48.png"/></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6.xml"/><Relationship Id="rId5" Type="http://schemas.openxmlformats.org/officeDocument/2006/relationships/image" Target="../media/image13.pn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8" Type="http://schemas.openxmlformats.org/officeDocument/2006/relationships/image" Target="../media/image53.png"/><Relationship Id="rId13" Type="http://schemas.openxmlformats.org/officeDocument/2006/relationships/image" Target="../media/image55.png"/><Relationship Id="rId3" Type="http://schemas.openxmlformats.org/officeDocument/2006/relationships/image" Target="../media/image49.png"/><Relationship Id="rId7" Type="http://schemas.openxmlformats.org/officeDocument/2006/relationships/image" Target="../media/image52.png"/><Relationship Id="rId12" Type="http://schemas.openxmlformats.org/officeDocument/2006/relationships/image" Target="../media/image54.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51.png"/><Relationship Id="rId11" Type="http://schemas.openxmlformats.org/officeDocument/2006/relationships/image" Target="../media/image12.png"/><Relationship Id="rId5" Type="http://schemas.openxmlformats.org/officeDocument/2006/relationships/image" Target="../media/image50.png"/><Relationship Id="rId10" Type="http://schemas.openxmlformats.org/officeDocument/2006/relationships/hyperlink" Target="https://cheque-eco-energie.normandie.fr/Boite-outils" TargetMode="External"/><Relationship Id="rId4" Type="http://schemas.openxmlformats.org/officeDocument/2006/relationships/image" Target="../media/image9.png"/><Relationship Id="rId9" Type="http://schemas.openxmlformats.org/officeDocument/2006/relationships/hyperlink" Target="https://cheque-eco-energie.normandie.fr/sites/default/files/contents/professionnels_conventionnes/CdC_Candidature_Audit_energetique_Region_Normandie_02_2024.pdf" TargetMode="External"/><Relationship Id="rId14" Type="http://schemas.openxmlformats.org/officeDocument/2006/relationships/image" Target="../media/image37.png"/></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58.png"/><Relationship Id="rId2" Type="http://schemas.openxmlformats.org/officeDocument/2006/relationships/notesSlide" Target="../notesSlides/notesSlide18.xml"/><Relationship Id="rId1" Type="http://schemas.openxmlformats.org/officeDocument/2006/relationships/slideLayout" Target="../slideLayouts/slideLayout6.xml"/><Relationship Id="rId6" Type="http://schemas.openxmlformats.org/officeDocument/2006/relationships/image" Target="../media/image57.png"/><Relationship Id="rId5" Type="http://schemas.openxmlformats.org/officeDocument/2006/relationships/image" Target="../media/image10.gif"/><Relationship Id="rId4" Type="http://schemas.openxmlformats.org/officeDocument/2006/relationships/image" Target="../media/image56.png"/></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6.xml"/><Relationship Id="rId5" Type="http://schemas.openxmlformats.org/officeDocument/2006/relationships/image" Target="../media/image13.png"/><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image" Target="../media/image59.png"/><Relationship Id="rId7" Type="http://schemas.openxmlformats.org/officeDocument/2006/relationships/image" Target="../media/image61.png"/><Relationship Id="rId2" Type="http://schemas.openxmlformats.org/officeDocument/2006/relationships/notesSlide" Target="../notesSlides/notesSlide20.xml"/><Relationship Id="rId1" Type="http://schemas.openxmlformats.org/officeDocument/2006/relationships/slideLayout" Target="../slideLayouts/slideLayout6.xml"/><Relationship Id="rId6" Type="http://schemas.openxmlformats.org/officeDocument/2006/relationships/image" Target="../media/image60.png"/><Relationship Id="rId5" Type="http://schemas.openxmlformats.org/officeDocument/2006/relationships/image" Target="../media/image23.png"/><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62.png"/><Relationship Id="rId7" Type="http://schemas.openxmlformats.org/officeDocument/2006/relationships/image" Target="../media/image37.png"/><Relationship Id="rId2" Type="http://schemas.openxmlformats.org/officeDocument/2006/relationships/notesSlide" Target="../notesSlides/notesSlide21.xml"/><Relationship Id="rId1" Type="http://schemas.openxmlformats.org/officeDocument/2006/relationships/slideLayout" Target="../slideLayouts/slideLayout6.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9.png"/><Relationship Id="rId9" Type="http://schemas.openxmlformats.org/officeDocument/2006/relationships/image" Target="../media/image66.png"/></Relationships>
</file>

<file path=ppt/slides/_rels/slide24.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image" Target="../media/image67.png"/><Relationship Id="rId7" Type="http://schemas.openxmlformats.org/officeDocument/2006/relationships/image" Target="../media/image37.png"/><Relationship Id="rId12" Type="http://schemas.openxmlformats.org/officeDocument/2006/relationships/image" Target="../media/image74.png"/><Relationship Id="rId2" Type="http://schemas.openxmlformats.org/officeDocument/2006/relationships/notesSlide" Target="../notesSlides/notesSlide22.xml"/><Relationship Id="rId1" Type="http://schemas.openxmlformats.org/officeDocument/2006/relationships/slideLayout" Target="../slideLayouts/slideLayout6.xml"/><Relationship Id="rId6" Type="http://schemas.openxmlformats.org/officeDocument/2006/relationships/image" Target="../media/image69.png"/><Relationship Id="rId11" Type="http://schemas.openxmlformats.org/officeDocument/2006/relationships/image" Target="../media/image73.png"/><Relationship Id="rId5" Type="http://schemas.openxmlformats.org/officeDocument/2006/relationships/image" Target="../media/image68.png"/><Relationship Id="rId10" Type="http://schemas.openxmlformats.org/officeDocument/2006/relationships/image" Target="../media/image72.png"/><Relationship Id="rId4" Type="http://schemas.openxmlformats.org/officeDocument/2006/relationships/image" Target="../media/image9.png"/><Relationship Id="rId9" Type="http://schemas.openxmlformats.org/officeDocument/2006/relationships/image" Target="../media/image71.png"/></Relationships>
</file>

<file path=ppt/slides/_rels/slide25.xml.rels><?xml version="1.0" encoding="UTF-8" standalone="yes"?>
<Relationships xmlns="http://schemas.openxmlformats.org/package/2006/relationships"><Relationship Id="rId8" Type="http://schemas.openxmlformats.org/officeDocument/2006/relationships/image" Target="../media/image78.png"/><Relationship Id="rId3" Type="http://schemas.openxmlformats.org/officeDocument/2006/relationships/image" Target="../media/image75.png"/><Relationship Id="rId7" Type="http://schemas.openxmlformats.org/officeDocument/2006/relationships/image" Target="../media/image37.png"/><Relationship Id="rId12" Type="http://schemas.openxmlformats.org/officeDocument/2006/relationships/image" Target="../media/image82.png"/><Relationship Id="rId2" Type="http://schemas.openxmlformats.org/officeDocument/2006/relationships/notesSlide" Target="../notesSlides/notesSlide23.xml"/><Relationship Id="rId1" Type="http://schemas.openxmlformats.org/officeDocument/2006/relationships/slideLayout" Target="../slideLayouts/slideLayout6.xml"/><Relationship Id="rId6" Type="http://schemas.openxmlformats.org/officeDocument/2006/relationships/image" Target="../media/image77.png"/><Relationship Id="rId11" Type="http://schemas.openxmlformats.org/officeDocument/2006/relationships/image" Target="../media/image81.png"/><Relationship Id="rId5" Type="http://schemas.openxmlformats.org/officeDocument/2006/relationships/image" Target="../media/image76.png"/><Relationship Id="rId10" Type="http://schemas.openxmlformats.org/officeDocument/2006/relationships/image" Target="../media/image80.png"/><Relationship Id="rId4" Type="http://schemas.openxmlformats.org/officeDocument/2006/relationships/image" Target="../media/image9.png"/><Relationship Id="rId9" Type="http://schemas.openxmlformats.org/officeDocument/2006/relationships/image" Target="../media/image79.png"/></Relationships>
</file>

<file path=ppt/slides/_rels/slide26.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6.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10.gif"/></Relationships>
</file>

<file path=ppt/slides/_rels/slide27.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image" Target="../media/image9.png"/><Relationship Id="rId7" Type="http://schemas.openxmlformats.org/officeDocument/2006/relationships/image" Target="../media/image24.png"/><Relationship Id="rId12" Type="http://schemas.openxmlformats.org/officeDocument/2006/relationships/image" Target="../media/image93.png"/><Relationship Id="rId2" Type="http://schemas.openxmlformats.org/officeDocument/2006/relationships/notesSlide" Target="../notesSlides/notesSlide24.xml"/><Relationship Id="rId1" Type="http://schemas.openxmlformats.org/officeDocument/2006/relationships/slideLayout" Target="../slideLayouts/slideLayout6.xml"/><Relationship Id="rId6" Type="http://schemas.openxmlformats.org/officeDocument/2006/relationships/image" Target="../media/image89.png"/><Relationship Id="rId11" Type="http://schemas.openxmlformats.org/officeDocument/2006/relationships/image" Target="../media/image81.png"/><Relationship Id="rId5" Type="http://schemas.openxmlformats.org/officeDocument/2006/relationships/image" Target="../media/image88.png"/><Relationship Id="rId10" Type="http://schemas.openxmlformats.org/officeDocument/2006/relationships/image" Target="../media/image92.png"/><Relationship Id="rId4" Type="http://schemas.openxmlformats.org/officeDocument/2006/relationships/image" Target="../media/image87.png"/><Relationship Id="rId9" Type="http://schemas.openxmlformats.org/officeDocument/2006/relationships/image" Target="../media/image91.png"/></Relationships>
</file>

<file path=ppt/slides/_rels/slide28.xml.rels><?xml version="1.0" encoding="UTF-8" standalone="yes"?>
<Relationships xmlns="http://schemas.openxmlformats.org/package/2006/relationships"><Relationship Id="rId8" Type="http://schemas.openxmlformats.org/officeDocument/2006/relationships/hyperlink" Target="mailto:alexandra.benard@normandie.fr" TargetMode="External"/><Relationship Id="rId3" Type="http://schemas.openxmlformats.org/officeDocument/2006/relationships/image" Target="../media/image9.png"/><Relationship Id="rId7" Type="http://schemas.openxmlformats.org/officeDocument/2006/relationships/hyperlink" Target="mailto:aurelien.dujardin@normandie.fr" TargetMode="External"/><Relationship Id="rId12" Type="http://schemas.openxmlformats.org/officeDocument/2006/relationships/image" Target="../media/image81.png"/><Relationship Id="rId2" Type="http://schemas.openxmlformats.org/officeDocument/2006/relationships/notesSlide" Target="../notesSlides/notesSlide25.xml"/><Relationship Id="rId1" Type="http://schemas.openxmlformats.org/officeDocument/2006/relationships/slideLayout" Target="../slideLayouts/slideLayout6.xml"/><Relationship Id="rId6" Type="http://schemas.openxmlformats.org/officeDocument/2006/relationships/hyperlink" Target="mailto:aurelie.cognard@normandie.fr" TargetMode="External"/><Relationship Id="rId11" Type="http://schemas.openxmlformats.org/officeDocument/2006/relationships/image" Target="../media/image12.png"/><Relationship Id="rId5" Type="http://schemas.openxmlformats.org/officeDocument/2006/relationships/hyperlink" Target="mailto:fanny.calvez@normandie.fr" TargetMode="External"/><Relationship Id="rId10" Type="http://schemas.openxmlformats.org/officeDocument/2006/relationships/hyperlink" Target="mailto:charlotte.bel@pouget-consultants.fr" TargetMode="External"/><Relationship Id="rId4" Type="http://schemas.openxmlformats.org/officeDocument/2006/relationships/hyperlink" Target="mailto:anne-gaelle.caro@normandie.fr" TargetMode="External"/><Relationship Id="rId9" Type="http://schemas.openxmlformats.org/officeDocument/2006/relationships/hyperlink" Target="mailto:eric.zimolong@laposte.net"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27.xml"/><Relationship Id="rId5" Type="http://schemas.openxmlformats.org/officeDocument/2006/relationships/image" Target="../media/image94.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Espace réservé du texte 1"/>
          <p:cNvSpPr>
            <a:spLocks noGrp="1"/>
          </p:cNvSpPr>
          <p:nvPr>
            <p:ph type="body" sz="quarter" idx="13"/>
          </p:nvPr>
        </p:nvSpPr>
        <p:spPr>
          <a:xfrm>
            <a:off x="1850297" y="2198488"/>
            <a:ext cx="8491405" cy="648072"/>
          </a:xfrm>
        </p:spPr>
        <p:txBody>
          <a:bodyPr/>
          <a:lstStyle/>
          <a:p>
            <a:r>
              <a:rPr lang="fr-FR" sz="5400" dirty="0">
                <a:ln>
                  <a:solidFill>
                    <a:schemeClr val="bg1"/>
                  </a:solidFill>
                </a:ln>
              </a:rPr>
              <a:t>GUIDE UTILISATEUR</a:t>
            </a:r>
          </a:p>
        </p:txBody>
      </p:sp>
      <p:sp>
        <p:nvSpPr>
          <p:cNvPr id="4" name="Espace réservé du texte 3"/>
          <p:cNvSpPr>
            <a:spLocks noGrp="1"/>
          </p:cNvSpPr>
          <p:nvPr>
            <p:ph type="body" sz="quarter" idx="4294967295"/>
          </p:nvPr>
        </p:nvSpPr>
        <p:spPr>
          <a:xfrm>
            <a:off x="2351584" y="3008707"/>
            <a:ext cx="8353425" cy="2844486"/>
          </a:xfrm>
        </p:spPr>
        <p:txBody>
          <a:bodyPr>
            <a:noAutofit/>
          </a:bodyPr>
          <a:lstStyle/>
          <a:p>
            <a:r>
              <a:rPr lang="fr-FR" sz="3200" b="1" dirty="0">
                <a:ln w="3175">
                  <a:noFill/>
                </a:ln>
                <a:solidFill>
                  <a:schemeClr val="tx1"/>
                </a:solidFill>
              </a:rPr>
              <a:t>Plateforme de gestion du dispositif</a:t>
            </a:r>
          </a:p>
          <a:p>
            <a:pPr marL="0" indent="0">
              <a:buNone/>
            </a:pPr>
            <a:r>
              <a:rPr lang="fr-FR" sz="3200" b="1" dirty="0">
                <a:ln w="3175">
                  <a:noFill/>
                </a:ln>
                <a:solidFill>
                  <a:schemeClr val="tx1"/>
                </a:solidFill>
              </a:rPr>
              <a:t>     Chèque éco-énergie Normandie </a:t>
            </a:r>
          </a:p>
          <a:p>
            <a:endParaRPr lang="fr-FR" sz="700" dirty="0">
              <a:solidFill>
                <a:schemeClr val="tx1"/>
              </a:solidFill>
            </a:endParaRPr>
          </a:p>
          <a:p>
            <a:endParaRPr lang="fr-FR" sz="700" dirty="0">
              <a:solidFill>
                <a:schemeClr val="tx1"/>
              </a:solidFill>
            </a:endParaRPr>
          </a:p>
          <a:p>
            <a:pPr algn="ctr"/>
            <a:r>
              <a:rPr kumimoji="0" lang="fr-FR" sz="4000" b="1" i="0" u="none" strike="noStrike" kern="1200" cap="none" spc="0" normalizeH="0" baseline="0" noProof="0" dirty="0">
                <a:ln>
                  <a:solidFill>
                    <a:prstClr val="white"/>
                  </a:solidFill>
                </a:ln>
                <a:solidFill>
                  <a:srgbClr val="F59100"/>
                </a:solidFill>
                <a:effectLst/>
                <a:uLnTx/>
                <a:uFillTx/>
                <a:latin typeface="Arial" panose="020B0604020202020204" pitchFamily="34" charset="0"/>
                <a:ea typeface="+mn-ea"/>
                <a:cs typeface="Arial" panose="020B0604020202020204" pitchFamily="34" charset="0"/>
              </a:rPr>
              <a:t>Profil </a:t>
            </a:r>
            <a:r>
              <a:rPr lang="fr-FR" sz="4000" b="1" dirty="0">
                <a:ln>
                  <a:solidFill>
                    <a:prstClr val="white"/>
                  </a:solidFill>
                </a:ln>
                <a:solidFill>
                  <a:srgbClr val="F59100"/>
                </a:solidFill>
                <a:latin typeface="Arial" panose="020B0604020202020204" pitchFamily="34" charset="0"/>
                <a:cs typeface="Arial" panose="020B0604020202020204" pitchFamily="34" charset="0"/>
              </a:rPr>
              <a:t>Conseiller</a:t>
            </a:r>
          </a:p>
          <a:p>
            <a:pPr marL="0" indent="0" algn="ctr">
              <a:buNone/>
            </a:pPr>
            <a:r>
              <a:rPr lang="fr-FR" sz="3200" b="1" dirty="0">
                <a:ln>
                  <a:solidFill>
                    <a:prstClr val="white"/>
                  </a:solidFill>
                </a:ln>
                <a:solidFill>
                  <a:srgbClr val="F59100"/>
                </a:solidFill>
                <a:latin typeface="Arial" panose="020B0604020202020204" pitchFamily="34" charset="0"/>
                <a:cs typeface="Arial" panose="020B0604020202020204" pitchFamily="34" charset="0"/>
              </a:rPr>
              <a:t>Mon Accompagnateur Rénov’</a:t>
            </a:r>
            <a:endParaRPr lang="fr-FR" sz="3200" b="1" dirty="0">
              <a:ln>
                <a:solidFill>
                  <a:schemeClr val="bg1"/>
                </a:solidFill>
              </a:ln>
              <a:solidFill>
                <a:schemeClr val="tx1"/>
              </a:solidFill>
              <a:latin typeface="Arial" panose="020B0604020202020204" pitchFamily="34" charset="0"/>
              <a:cs typeface="Arial" panose="020B0604020202020204" pitchFamily="34" charset="0"/>
            </a:endParaRPr>
          </a:p>
          <a:p>
            <a:pPr marL="0" indent="0" algn="ctr">
              <a:buNone/>
            </a:pPr>
            <a:endParaRPr lang="fr-FR" sz="4000" b="1" dirty="0">
              <a:ln>
                <a:solidFill>
                  <a:prstClr val="white"/>
                </a:solidFill>
              </a:ln>
              <a:solidFill>
                <a:srgbClr val="F59100"/>
              </a:solidFill>
              <a:latin typeface="Arial" panose="020B0604020202020204" pitchFamily="34" charset="0"/>
              <a:cs typeface="Arial" panose="020B0604020202020204" pitchFamily="34" charset="0"/>
            </a:endParaRPr>
          </a:p>
        </p:txBody>
      </p:sp>
      <p:sp>
        <p:nvSpPr>
          <p:cNvPr id="3" name="Espace réservé du texte 3">
            <a:extLst>
              <a:ext uri="{FF2B5EF4-FFF2-40B4-BE49-F238E27FC236}">
                <a16:creationId xmlns:a16="http://schemas.microsoft.com/office/drawing/2014/main" id="{39A5A0F2-9EDB-D138-048B-7629A3D27A31}"/>
              </a:ext>
            </a:extLst>
          </p:cNvPr>
          <p:cNvSpPr txBox="1">
            <a:spLocks/>
          </p:cNvSpPr>
          <p:nvPr/>
        </p:nvSpPr>
        <p:spPr>
          <a:xfrm>
            <a:off x="-384720" y="6309320"/>
            <a:ext cx="2952328" cy="320848"/>
          </a:xfrm>
          <a:prstGeom prst="rect">
            <a:avLst/>
          </a:prstGeom>
        </p:spPr>
        <p:txBody>
          <a:bodyPr vert="horz" lIns="91440" tIns="45720" rIns="91440" bIns="45720" rtlCol="0">
            <a:noAutofit/>
          </a:bodyPr>
          <a:lstStyle>
            <a:lvl1pPr marL="0" indent="0" algn="ctr" defTabSz="1125444" rtl="0" eaLnBrk="1" latinLnBrk="0" hangingPunct="1">
              <a:spcBef>
                <a:spcPct val="20000"/>
              </a:spcBef>
              <a:buFont typeface="Arial" panose="020B0604020202020204" pitchFamily="34" charset="0"/>
              <a:buNone/>
              <a:defRPr sz="1800" kern="1200">
                <a:solidFill>
                  <a:schemeClr val="bg1">
                    <a:lumMod val="50000"/>
                  </a:schemeClr>
                </a:solidFill>
                <a:latin typeface="Arial" panose="020B0604020202020204" pitchFamily="34" charset="0"/>
                <a:ea typeface="+mn-ea"/>
                <a:cs typeface="Arial" panose="020B0604020202020204" pitchFamily="34" charset="0"/>
              </a:defRPr>
            </a:lvl1pPr>
            <a:lvl2pPr marL="914423" indent="-351701" algn="l" defTabSz="1125444" rtl="0" eaLnBrk="1" latinLnBrk="0" hangingPunct="1">
              <a:spcBef>
                <a:spcPct val="20000"/>
              </a:spcBef>
              <a:buFont typeface="Arial" panose="020B0604020202020204" pitchFamily="34" charset="0"/>
              <a:buChar char="–"/>
              <a:defRPr sz="3446" kern="1200">
                <a:solidFill>
                  <a:srgbClr val="2F3130"/>
                </a:solidFill>
                <a:latin typeface="Arial" panose="020B0604020202020204" pitchFamily="34" charset="0"/>
                <a:ea typeface="+mn-ea"/>
                <a:cs typeface="Arial" panose="020B0604020202020204" pitchFamily="34" charset="0"/>
              </a:defRPr>
            </a:lvl2pPr>
            <a:lvl3pPr marL="1406804" indent="-281361" algn="l" defTabSz="1125444" rtl="0" eaLnBrk="1" latinLnBrk="0" hangingPunct="1">
              <a:spcBef>
                <a:spcPct val="20000"/>
              </a:spcBef>
              <a:buFont typeface="Arial" panose="020B0604020202020204" pitchFamily="34" charset="0"/>
              <a:buChar char="•"/>
              <a:defRPr sz="2954" kern="1200">
                <a:solidFill>
                  <a:srgbClr val="2F3130"/>
                </a:solidFill>
                <a:latin typeface="Arial" panose="020B0604020202020204" pitchFamily="34" charset="0"/>
                <a:ea typeface="+mn-ea"/>
                <a:cs typeface="Arial" panose="020B0604020202020204" pitchFamily="34" charset="0"/>
              </a:defRPr>
            </a:lvl3pPr>
            <a:lvl4pPr marL="1969526" indent="-281361" algn="l" defTabSz="1125444" rtl="0" eaLnBrk="1" latinLnBrk="0" hangingPunct="1">
              <a:spcBef>
                <a:spcPct val="20000"/>
              </a:spcBef>
              <a:buFont typeface="Arial" panose="020B0604020202020204" pitchFamily="34" charset="0"/>
              <a:buChar char="–"/>
              <a:defRPr sz="2462" kern="1200">
                <a:solidFill>
                  <a:srgbClr val="2F3130"/>
                </a:solidFill>
                <a:latin typeface="Arial" panose="020B0604020202020204" pitchFamily="34" charset="0"/>
                <a:ea typeface="+mn-ea"/>
                <a:cs typeface="Arial" panose="020B0604020202020204" pitchFamily="34" charset="0"/>
              </a:defRPr>
            </a:lvl4pPr>
            <a:lvl5pPr marL="2532248" indent="-281361" algn="l" defTabSz="1125444" rtl="0" eaLnBrk="1" latinLnBrk="0" hangingPunct="1">
              <a:spcBef>
                <a:spcPct val="20000"/>
              </a:spcBef>
              <a:buFont typeface="Arial" panose="020B0604020202020204" pitchFamily="34" charset="0"/>
              <a:buChar char="»"/>
              <a:defRPr sz="2462" kern="1200">
                <a:solidFill>
                  <a:srgbClr val="2F3130"/>
                </a:solidFill>
                <a:latin typeface="Arial" panose="020B0604020202020204" pitchFamily="34" charset="0"/>
                <a:ea typeface="+mn-ea"/>
                <a:cs typeface="Arial" panose="020B0604020202020204" pitchFamily="34" charset="0"/>
              </a:defRPr>
            </a:lvl5pPr>
            <a:lvl6pPr marL="3094970" indent="-281361" algn="l" defTabSz="1125444"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6pPr>
            <a:lvl7pPr marL="3657691" indent="-281361" algn="l" defTabSz="1125444"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7pPr>
            <a:lvl8pPr marL="4220413" indent="-281361" algn="l" defTabSz="1125444"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8pPr>
            <a:lvl9pPr marL="4783135" indent="-281361" algn="l" defTabSz="1125444"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9pPr>
          </a:lstStyle>
          <a:p>
            <a:pPr marL="0" marR="0" lvl="0" indent="0" algn="ctr" defTabSz="1125444"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fr-FR" sz="1600" b="0" i="0" u="none" strike="noStrike" kern="1200" cap="none" spc="0" normalizeH="0" baseline="0" noProof="0" dirty="0">
                <a:ln>
                  <a:solidFill>
                    <a:prstClr val="white"/>
                  </a:solidFill>
                </a:ln>
                <a:solidFill>
                  <a:prstClr val="black"/>
                </a:solidFill>
                <a:effectLst/>
                <a:uLnTx/>
                <a:uFillTx/>
                <a:latin typeface="Arial" panose="020B0604020202020204" pitchFamily="34" charset="0"/>
                <a:ea typeface="+mn-ea"/>
                <a:cs typeface="Arial" panose="020B0604020202020204" pitchFamily="34" charset="0"/>
              </a:rPr>
              <a:t>Janvier 2025</a:t>
            </a:r>
          </a:p>
        </p:txBody>
      </p:sp>
      <p:pic>
        <p:nvPicPr>
          <p:cNvPr id="8" name="Image 7" descr="Une image contenant texte, Police, logo, Graphique&#10;&#10;Description générée automatiquement">
            <a:extLst>
              <a:ext uri="{FF2B5EF4-FFF2-40B4-BE49-F238E27FC236}">
                <a16:creationId xmlns:a16="http://schemas.microsoft.com/office/drawing/2014/main" id="{ADE4959C-4AD5-52EB-6E4B-0C7509B031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76" y="15635"/>
            <a:ext cx="2607886" cy="2607886"/>
          </a:xfrm>
          <a:prstGeom prst="rect">
            <a:avLst/>
          </a:prstGeom>
        </p:spPr>
      </p:pic>
      <p:pic>
        <p:nvPicPr>
          <p:cNvPr id="10" name="Image 9">
            <a:extLst>
              <a:ext uri="{FF2B5EF4-FFF2-40B4-BE49-F238E27FC236}">
                <a16:creationId xmlns:a16="http://schemas.microsoft.com/office/drawing/2014/main" id="{9B83853C-A791-37B8-7E75-93F1022DFBF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90179" y="6381328"/>
            <a:ext cx="4469810" cy="476672"/>
          </a:xfrm>
          <a:prstGeom prst="rect">
            <a:avLst/>
          </a:prstGeom>
        </p:spPr>
      </p:pic>
      <p:pic>
        <p:nvPicPr>
          <p:cNvPr id="6" name="Image 5">
            <a:extLst>
              <a:ext uri="{FF2B5EF4-FFF2-40B4-BE49-F238E27FC236}">
                <a16:creationId xmlns:a16="http://schemas.microsoft.com/office/drawing/2014/main" id="{1660DE4B-0B0E-0801-800A-1DA29A24FD43}"/>
              </a:ext>
            </a:extLst>
          </p:cNvPr>
          <p:cNvPicPr>
            <a:picLocks noChangeAspect="1"/>
          </p:cNvPicPr>
          <p:nvPr/>
        </p:nvPicPr>
        <p:blipFill>
          <a:blip r:embed="rId4"/>
          <a:stretch>
            <a:fillRect/>
          </a:stretch>
        </p:blipFill>
        <p:spPr>
          <a:xfrm>
            <a:off x="2240631" y="3050958"/>
            <a:ext cx="543001" cy="580908"/>
          </a:xfrm>
          <a:prstGeom prst="rect">
            <a:avLst/>
          </a:prstGeom>
        </p:spPr>
      </p:pic>
    </p:spTree>
    <p:extLst>
      <p:ext uri="{BB962C8B-B14F-4D97-AF65-F5344CB8AC3E}">
        <p14:creationId xmlns:p14="http://schemas.microsoft.com/office/powerpoint/2010/main" val="23984525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Espace réservé du texte 7"/>
          <p:cNvSpPr>
            <a:spLocks noGrp="1"/>
          </p:cNvSpPr>
          <p:nvPr>
            <p:ph type="body" sz="quarter" idx="4294967295"/>
          </p:nvPr>
        </p:nvSpPr>
        <p:spPr>
          <a:xfrm>
            <a:off x="3333750" y="1412776"/>
            <a:ext cx="8162850" cy="5112568"/>
          </a:xfrm>
        </p:spPr>
        <p:txBody>
          <a:bodyPr>
            <a:normAutofit fontScale="85000" lnSpcReduction="20000"/>
          </a:bodyPr>
          <a:lstStyle/>
          <a:p>
            <a:pPr marL="0" indent="0">
              <a:buNone/>
            </a:pPr>
            <a:r>
              <a:rPr lang="fr-FR" sz="2000" dirty="0">
                <a:solidFill>
                  <a:schemeClr val="tx1">
                    <a:lumMod val="50000"/>
                    <a:lumOff val="50000"/>
                  </a:schemeClr>
                </a:solidFill>
              </a:rPr>
              <a:t>Etape 1 : </a:t>
            </a:r>
            <a:r>
              <a:rPr lang="fr-FR" sz="2000" dirty="0">
                <a:solidFill>
                  <a:srgbClr val="92D050"/>
                </a:solidFill>
                <a:hlinkClick r:id="rId2" action="ppaction://hlinksldjump">
                  <a:extLst>
                    <a:ext uri="{A12FA001-AC4F-418D-AE19-62706E023703}">
                      <ahyp:hlinkClr xmlns:ahyp="http://schemas.microsoft.com/office/drawing/2018/hyperlinkcolor" val="tx"/>
                    </a:ext>
                  </a:extLst>
                </a:hlinkClick>
              </a:rPr>
              <a:t>Connexion </a:t>
            </a:r>
            <a:r>
              <a:rPr lang="fr-FR" sz="2000" dirty="0">
                <a:solidFill>
                  <a:schemeClr val="tx1">
                    <a:lumMod val="50000"/>
                    <a:lumOff val="50000"/>
                  </a:schemeClr>
                </a:solidFill>
              </a:rPr>
              <a:t>		                              	      -  3</a:t>
            </a:r>
          </a:p>
          <a:p>
            <a:pPr marL="0" indent="0">
              <a:buNone/>
            </a:pPr>
            <a:endParaRPr lang="fr-FR" sz="2000" dirty="0">
              <a:solidFill>
                <a:schemeClr val="tx1">
                  <a:lumMod val="50000"/>
                  <a:lumOff val="50000"/>
                </a:schemeClr>
              </a:solidFill>
            </a:endParaRPr>
          </a:p>
          <a:p>
            <a:pPr marL="0" lvl="1" indent="0">
              <a:buNone/>
            </a:pPr>
            <a:r>
              <a:rPr lang="fr-FR" sz="2000" dirty="0">
                <a:solidFill>
                  <a:schemeClr val="tx1">
                    <a:lumMod val="50000"/>
                    <a:lumOff val="50000"/>
                  </a:schemeClr>
                </a:solidFill>
              </a:rPr>
              <a:t>Etape 2 : </a:t>
            </a:r>
            <a:r>
              <a:rPr lang="fr-FR" sz="2000" u="sng" dirty="0">
                <a:solidFill>
                  <a:srgbClr val="92D050"/>
                </a:solidFill>
              </a:rPr>
              <a:t>Consultation des dossiers </a:t>
            </a:r>
            <a:r>
              <a:rPr lang="fr-FR" sz="2000" dirty="0">
                <a:solidFill>
                  <a:schemeClr val="tx1">
                    <a:lumMod val="50000"/>
                    <a:lumOff val="50000"/>
                  </a:schemeClr>
                </a:solidFill>
              </a:rPr>
              <a:t>	                         -  6</a:t>
            </a:r>
          </a:p>
          <a:p>
            <a:pPr marL="0" lvl="1" indent="0">
              <a:buNone/>
            </a:pPr>
            <a:endParaRPr lang="fr-FR" sz="2000" dirty="0">
              <a:solidFill>
                <a:schemeClr val="tx1">
                  <a:lumMod val="50000"/>
                  <a:lumOff val="50000"/>
                </a:schemeClr>
              </a:solidFill>
            </a:endParaRPr>
          </a:p>
          <a:p>
            <a:pPr marL="0" lvl="1" indent="0">
              <a:buNone/>
            </a:pPr>
            <a:r>
              <a:rPr lang="fr-FR" sz="2000" dirty="0">
                <a:solidFill>
                  <a:schemeClr val="tx1">
                    <a:lumMod val="50000"/>
                    <a:lumOff val="50000"/>
                  </a:schemeClr>
                </a:solidFill>
              </a:rPr>
              <a:t>Etape 3 : </a:t>
            </a:r>
            <a:r>
              <a:rPr lang="fr-FR" sz="2000" u="sng" dirty="0">
                <a:solidFill>
                  <a:srgbClr val="92D050"/>
                </a:solidFill>
                <a:highlight>
                  <a:srgbClr val="FFFFFF"/>
                </a:highlight>
              </a:rPr>
              <a:t>Instruction technique </a:t>
            </a:r>
            <a:r>
              <a:rPr lang="fr-FR" sz="2000" dirty="0">
                <a:solidFill>
                  <a:schemeClr val="tx1">
                    <a:lumMod val="50000"/>
                    <a:lumOff val="50000"/>
                  </a:schemeClr>
                </a:solidFill>
              </a:rPr>
              <a:t>		                         - 14</a:t>
            </a:r>
          </a:p>
          <a:p>
            <a:pPr marL="0" lvl="1" indent="0">
              <a:buNone/>
            </a:pPr>
            <a:endParaRPr lang="fr-FR" sz="2000" dirty="0">
              <a:solidFill>
                <a:schemeClr val="tx1">
                  <a:lumMod val="50000"/>
                  <a:lumOff val="50000"/>
                </a:schemeClr>
              </a:solidFill>
            </a:endParaRPr>
          </a:p>
          <a:p>
            <a:pPr marL="0" lvl="1" indent="0">
              <a:buNone/>
            </a:pPr>
            <a:r>
              <a:rPr lang="fr-FR" sz="2000" dirty="0">
                <a:solidFill>
                  <a:schemeClr val="tx1">
                    <a:lumMod val="50000"/>
                    <a:lumOff val="50000"/>
                  </a:schemeClr>
                </a:solidFill>
              </a:rPr>
              <a:t>Etape 4 : </a:t>
            </a:r>
            <a:r>
              <a:rPr lang="fr-FR" sz="2000" u="sng" dirty="0">
                <a:solidFill>
                  <a:srgbClr val="92D050"/>
                </a:solidFill>
              </a:rPr>
              <a:t>Remboursement des aides</a:t>
            </a:r>
            <a:r>
              <a:rPr lang="fr-FR" sz="2000" dirty="0">
                <a:solidFill>
                  <a:srgbClr val="92D050"/>
                </a:solidFill>
              </a:rPr>
              <a:t>                                         </a:t>
            </a:r>
            <a:r>
              <a:rPr lang="fr-FR" sz="2000" dirty="0">
                <a:solidFill>
                  <a:schemeClr val="tx1">
                    <a:lumMod val="50000"/>
                    <a:lumOff val="50000"/>
                  </a:schemeClr>
                </a:solidFill>
              </a:rPr>
              <a:t>- 18                             </a:t>
            </a:r>
            <a:endParaRPr kumimoji="0" lang="fr-FR" sz="2000" b="0" i="0" u="none" strike="noStrike" kern="1200" cap="none" spc="0" normalizeH="0" baseline="0" noProof="0" dirty="0">
              <a:ln>
                <a:noFill/>
              </a:ln>
              <a:solidFill>
                <a:schemeClr val="tx1">
                  <a:lumMod val="50000"/>
                  <a:lumOff val="50000"/>
                </a:schemeClr>
              </a:solidFill>
              <a:effectLst/>
              <a:uLnTx/>
              <a:uFillTx/>
              <a:latin typeface="Arial" panose="020B0604020202020204" pitchFamily="34" charset="0"/>
              <a:ea typeface="+mn-ea"/>
              <a:cs typeface="Arial" panose="020B0604020202020204" pitchFamily="34" charset="0"/>
            </a:endParaRPr>
          </a:p>
          <a:p>
            <a:pPr marL="1512303" marR="0" lvl="3" indent="-457200" algn="l" defTabSz="1125444"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fr-FR" sz="2000" b="0" i="0" strike="noStrike" kern="1200" cap="none" spc="0" normalizeH="0" baseline="0" noProof="0" dirty="0">
                <a:ln>
                  <a:noFill/>
                </a:ln>
                <a:solidFill>
                  <a:srgbClr val="92D050"/>
                </a:solidFill>
                <a:effectLst/>
                <a:uLnTx/>
                <a:uFillTx/>
                <a:latin typeface="Arial" panose="020B0604020202020204" pitchFamily="34" charset="0"/>
                <a:ea typeface="+mn-ea"/>
                <a:cs typeface="Arial" panose="020B0604020202020204" pitchFamily="34" charset="0"/>
              </a:rPr>
              <a:t>Audit Région</a:t>
            </a:r>
            <a:r>
              <a:rPr kumimoji="0" lang="fr-FR" sz="2000" b="0" i="0" strike="noStrike" kern="1200" cap="none" spc="0" normalizeH="0" baseline="0" noProof="0" dirty="0">
                <a:ln>
                  <a:noFill/>
                </a:ln>
                <a:solidFill>
                  <a:prstClr val="black">
                    <a:lumMod val="50000"/>
                    <a:lumOff val="50000"/>
                  </a:prstClr>
                </a:solidFill>
                <a:effectLst/>
                <a:uLnTx/>
                <a:uFillTx/>
                <a:latin typeface="Arial" panose="020B0604020202020204" pitchFamily="34" charset="0"/>
                <a:ea typeface="+mn-ea"/>
                <a:cs typeface="Arial" panose="020B0604020202020204" pitchFamily="34" charset="0"/>
              </a:rPr>
              <a:t>			      - 19</a:t>
            </a:r>
          </a:p>
          <a:p>
            <a:pPr marL="1512303" marR="0" lvl="3" indent="-457200" algn="l" defTabSz="1125444"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fr-FR" sz="2000" b="0" i="0" strike="noStrike" kern="1200" cap="none" spc="0" normalizeH="0" baseline="0" noProof="0" dirty="0">
                <a:ln>
                  <a:noFill/>
                </a:ln>
                <a:solidFill>
                  <a:srgbClr val="92D050"/>
                </a:solidFill>
                <a:effectLst/>
                <a:uLnTx/>
                <a:uFillTx/>
                <a:latin typeface="Arial" panose="020B0604020202020204" pitchFamily="34" charset="0"/>
                <a:ea typeface="+mn-ea"/>
                <a:cs typeface="Arial" panose="020B0604020202020204" pitchFamily="34" charset="0"/>
              </a:rPr>
              <a:t>Travaux avec avance</a:t>
            </a:r>
            <a:r>
              <a:rPr lang="fr-FR" sz="2000" dirty="0">
                <a:solidFill>
                  <a:schemeClr val="tx1">
                    <a:lumMod val="50000"/>
                    <a:lumOff val="50000"/>
                  </a:schemeClr>
                </a:solidFill>
              </a:rPr>
              <a:t>	                         - 20</a:t>
            </a:r>
          </a:p>
          <a:p>
            <a:pPr marL="1512303" marR="0" lvl="3" indent="-457200" algn="l" defTabSz="1125444"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lang="fr-FR" sz="2000" dirty="0"/>
          </a:p>
          <a:p>
            <a:pPr marL="0" marR="0" lvl="1" indent="0" algn="l" defTabSz="1125444"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fr-FR" sz="2000" b="0" i="0" u="none" strike="noStrike" kern="1200" cap="none" spc="0" normalizeH="0" baseline="0" noProof="0" dirty="0">
                <a:ln>
                  <a:noFill/>
                </a:ln>
                <a:solidFill>
                  <a:prstClr val="black">
                    <a:lumMod val="50000"/>
                    <a:lumOff val="50000"/>
                  </a:prstClr>
                </a:solidFill>
                <a:effectLst/>
                <a:uLnTx/>
                <a:uFillTx/>
                <a:latin typeface="Arial" panose="020B0604020202020204" pitchFamily="34" charset="0"/>
                <a:ea typeface="+mn-ea"/>
                <a:cs typeface="Arial" panose="020B0604020202020204" pitchFamily="34" charset="0"/>
              </a:rPr>
              <a:t>Etape 5 : </a:t>
            </a:r>
            <a:r>
              <a:rPr kumimoji="0" lang="fr-FR" sz="2000" b="0" i="0" u="none" strike="noStrike" kern="1200" cap="none" spc="0" normalizeH="0" baseline="0" noProof="0" dirty="0">
                <a:ln>
                  <a:noFill/>
                </a:ln>
                <a:solidFill>
                  <a:srgbClr val="92D050"/>
                </a:solidFill>
                <a:effectLst/>
                <a:uLnTx/>
                <a:uFillTx/>
                <a:latin typeface="Arial" panose="020B0604020202020204" pitchFamily="34" charset="0"/>
                <a:ea typeface="+mn-ea"/>
                <a:cs typeface="Arial" panose="020B0604020202020204" pitchFamily="34" charset="0"/>
                <a:hlinkClick r:id="rId3" action="ppaction://hlinksldjump">
                  <a:extLst>
                    <a:ext uri="{A12FA001-AC4F-418D-AE19-62706E023703}">
                      <ahyp:hlinkClr xmlns:ahyp="http://schemas.microsoft.com/office/drawing/2018/hyperlinkcolor" val="tx"/>
                    </a:ext>
                  </a:extLst>
                </a:hlinkClick>
              </a:rPr>
              <a:t>Assistance bénéficiaires</a:t>
            </a:r>
            <a:r>
              <a:rPr kumimoji="0" lang="fr-FR" sz="2000" b="0" i="0" u="none" strike="noStrike" kern="1200" cap="none" spc="0" normalizeH="0" baseline="0" noProof="0" dirty="0">
                <a:ln>
                  <a:noFill/>
                </a:ln>
                <a:solidFill>
                  <a:srgbClr val="92D050"/>
                </a:solidFill>
                <a:effectLst/>
                <a:uLnTx/>
                <a:uFillTx/>
                <a:latin typeface="Arial" panose="020B0604020202020204" pitchFamily="34" charset="0"/>
                <a:ea typeface="+mn-ea"/>
                <a:cs typeface="Arial" panose="020B0604020202020204" pitchFamily="34" charset="0"/>
              </a:rPr>
              <a:t>                                              </a:t>
            </a:r>
            <a:r>
              <a:rPr kumimoji="0" lang="fr-FR" sz="2000" b="0" i="0" u="none" strike="noStrike" kern="1200" cap="none" spc="0" normalizeH="0" baseline="0" noProof="0" dirty="0">
                <a:ln>
                  <a:noFill/>
                </a:ln>
                <a:solidFill>
                  <a:schemeClr val="tx1">
                    <a:lumMod val="50000"/>
                    <a:lumOff val="50000"/>
                  </a:schemeClr>
                </a:solidFill>
                <a:effectLst/>
                <a:uLnTx/>
                <a:uFillTx/>
                <a:latin typeface="Arial" panose="020B0604020202020204" pitchFamily="34" charset="0"/>
                <a:ea typeface="+mn-ea"/>
                <a:cs typeface="Arial" panose="020B0604020202020204" pitchFamily="34" charset="0"/>
              </a:rPr>
              <a:t>- 21</a:t>
            </a:r>
          </a:p>
          <a:p>
            <a:pPr marL="1512303" marR="0" lvl="3" indent="-457200" algn="l" defTabSz="1125444"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fr-FR" sz="2000" b="0" i="0" strike="noStrike" kern="1200" cap="none" spc="0" normalizeH="0" baseline="0" noProof="0" dirty="0">
                <a:ln>
                  <a:noFill/>
                </a:ln>
                <a:solidFill>
                  <a:srgbClr val="92D050"/>
                </a:solidFill>
                <a:effectLst/>
                <a:uLnTx/>
                <a:uFillTx/>
                <a:latin typeface="Arial" panose="020B0604020202020204" pitchFamily="34" charset="0"/>
                <a:ea typeface="+mn-ea"/>
                <a:cs typeface="Arial" panose="020B0604020202020204" pitchFamily="34" charset="0"/>
              </a:rPr>
              <a:t>Créer ou modifier un compte	                         </a:t>
            </a:r>
            <a:r>
              <a:rPr kumimoji="0" lang="fr-FR" sz="2000" b="0" i="0" strike="noStrike" kern="1200" cap="none" spc="0" normalizeH="0" baseline="0" noProof="0" dirty="0">
                <a:ln>
                  <a:noFill/>
                </a:ln>
                <a:solidFill>
                  <a:prstClr val="black">
                    <a:lumMod val="50000"/>
                    <a:lumOff val="50000"/>
                  </a:prstClr>
                </a:solidFill>
                <a:effectLst/>
                <a:uLnTx/>
                <a:uFillTx/>
                <a:latin typeface="Arial" panose="020B0604020202020204" pitchFamily="34" charset="0"/>
                <a:ea typeface="+mn-ea"/>
                <a:cs typeface="Arial" panose="020B0604020202020204" pitchFamily="34" charset="0"/>
              </a:rPr>
              <a:t>- 22</a:t>
            </a:r>
          </a:p>
          <a:p>
            <a:pPr marL="1512303" marR="0" lvl="3" indent="-457200" algn="l" defTabSz="1125444"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fr-FR" sz="2000" b="0" i="0" strike="noStrike" kern="1200" cap="none" spc="0" normalizeH="0" baseline="0" noProof="0" dirty="0">
                <a:ln>
                  <a:noFill/>
                </a:ln>
                <a:solidFill>
                  <a:srgbClr val="92D050"/>
                </a:solidFill>
                <a:effectLst/>
                <a:uLnTx/>
                <a:uFillTx/>
                <a:latin typeface="Arial" panose="020B0604020202020204" pitchFamily="34" charset="0"/>
                <a:ea typeface="+mn-ea"/>
                <a:cs typeface="Arial" panose="020B0604020202020204" pitchFamily="34" charset="0"/>
              </a:rPr>
              <a:t>Créer ou modifier un logement                          </a:t>
            </a:r>
            <a:r>
              <a:rPr kumimoji="0" lang="fr-FR" sz="2000" b="0" i="0" u="none" strike="noStrike" kern="1200" cap="none" spc="0" normalizeH="0" baseline="0" noProof="0" dirty="0">
                <a:ln>
                  <a:noFill/>
                </a:ln>
                <a:solidFill>
                  <a:prstClr val="black">
                    <a:lumMod val="50000"/>
                    <a:lumOff val="50000"/>
                  </a:prstClr>
                </a:solidFill>
                <a:effectLst/>
                <a:uLnTx/>
                <a:uFillTx/>
                <a:latin typeface="Arial" panose="020B0604020202020204" pitchFamily="34" charset="0"/>
                <a:ea typeface="+mn-ea"/>
                <a:cs typeface="Arial" panose="020B0604020202020204" pitchFamily="34" charset="0"/>
              </a:rPr>
              <a:t>- 24</a:t>
            </a:r>
            <a:endParaRPr kumimoji="0" lang="fr-FR" sz="2000" b="0" i="0" strike="noStrike" kern="1200" cap="none" spc="0" normalizeH="0" baseline="0" noProof="0" dirty="0">
              <a:ln>
                <a:noFill/>
              </a:ln>
              <a:solidFill>
                <a:prstClr val="black">
                  <a:lumMod val="50000"/>
                  <a:lumOff val="50000"/>
                </a:prstClr>
              </a:solidFill>
              <a:effectLst/>
              <a:uLnTx/>
              <a:uFillTx/>
              <a:latin typeface="Arial" panose="020B0604020202020204" pitchFamily="34" charset="0"/>
              <a:ea typeface="+mn-ea"/>
              <a:cs typeface="Arial" panose="020B0604020202020204" pitchFamily="34" charset="0"/>
            </a:endParaRPr>
          </a:p>
          <a:p>
            <a:pPr marL="1512303" marR="0" lvl="3" indent="-457200" algn="l" defTabSz="1125444"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fr-FR" sz="2000" b="0" i="0" strike="noStrike" kern="1200" cap="none" spc="0" normalizeH="0" baseline="0" noProof="0" dirty="0">
                <a:ln>
                  <a:noFill/>
                </a:ln>
                <a:solidFill>
                  <a:srgbClr val="92D050"/>
                </a:solidFill>
                <a:effectLst/>
                <a:uLnTx/>
                <a:uFillTx/>
                <a:latin typeface="Arial" panose="020B0604020202020204" pitchFamily="34" charset="0"/>
                <a:ea typeface="+mn-ea"/>
                <a:cs typeface="Arial" panose="020B0604020202020204" pitchFamily="34" charset="0"/>
              </a:rPr>
              <a:t>Créer ou modifier une demande d’aide             </a:t>
            </a:r>
            <a:r>
              <a:rPr kumimoji="0" lang="fr-FR" sz="2000" b="0" i="0" strike="noStrike" kern="1200" cap="none" spc="0" normalizeH="0" baseline="0" noProof="0" dirty="0">
                <a:ln>
                  <a:noFill/>
                </a:ln>
                <a:solidFill>
                  <a:prstClr val="black">
                    <a:lumMod val="50000"/>
                    <a:lumOff val="50000"/>
                  </a:prstClr>
                </a:solidFill>
                <a:effectLst/>
                <a:uLnTx/>
                <a:uFillTx/>
                <a:latin typeface="Arial" panose="020B0604020202020204" pitchFamily="34" charset="0"/>
                <a:ea typeface="+mn-ea"/>
                <a:cs typeface="Arial" panose="020B0604020202020204" pitchFamily="34" charset="0"/>
              </a:rPr>
              <a:t>- 25 </a:t>
            </a:r>
          </a:p>
          <a:p>
            <a:pPr marL="1512303" marR="0" lvl="3" indent="-457200" algn="l" defTabSz="1125444"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kumimoji="0" lang="fr-FR" sz="2000" b="0" i="0" strike="noStrike" kern="1200" cap="none" spc="0" normalizeH="0" baseline="0" noProof="0" dirty="0">
              <a:ln>
                <a:noFill/>
              </a:ln>
              <a:solidFill>
                <a:prstClr val="black">
                  <a:lumMod val="50000"/>
                  <a:lumOff val="50000"/>
                </a:prstClr>
              </a:solidFill>
              <a:effectLst/>
              <a:uLnTx/>
              <a:uFillTx/>
              <a:latin typeface="Arial" panose="020B0604020202020204" pitchFamily="34" charset="0"/>
              <a:ea typeface="+mn-ea"/>
              <a:cs typeface="Arial" panose="020B0604020202020204" pitchFamily="34" charset="0"/>
            </a:endParaRPr>
          </a:p>
          <a:p>
            <a:pPr marL="1055103" marR="0" lvl="3" indent="0" algn="l" defTabSz="1125444" rtl="0" eaLnBrk="1" fontAlgn="auto" latinLnBrk="0" hangingPunct="1">
              <a:lnSpc>
                <a:spcPct val="100000"/>
              </a:lnSpc>
              <a:spcBef>
                <a:spcPct val="20000"/>
              </a:spcBef>
              <a:spcAft>
                <a:spcPts val="0"/>
              </a:spcAft>
              <a:buClrTx/>
              <a:buSzTx/>
              <a:buNone/>
              <a:tabLst/>
              <a:defRPr/>
            </a:pPr>
            <a:endParaRPr lang="fr-FR" sz="2000" dirty="0">
              <a:solidFill>
                <a:srgbClr val="92D050"/>
              </a:solidFill>
            </a:endParaRPr>
          </a:p>
          <a:p>
            <a:pPr marL="1055103" marR="0" lvl="3" indent="0" algn="l" defTabSz="1125444" rtl="0" eaLnBrk="1" fontAlgn="auto" latinLnBrk="0" hangingPunct="1">
              <a:lnSpc>
                <a:spcPct val="100000"/>
              </a:lnSpc>
              <a:spcBef>
                <a:spcPct val="20000"/>
              </a:spcBef>
              <a:spcAft>
                <a:spcPts val="0"/>
              </a:spcAft>
              <a:buClrTx/>
              <a:buSzTx/>
              <a:buNone/>
              <a:tabLst/>
              <a:defRPr/>
            </a:pPr>
            <a:r>
              <a:rPr lang="fr-FR" sz="2000" dirty="0">
                <a:solidFill>
                  <a:srgbClr val="92D050"/>
                </a:solidFill>
              </a:rPr>
              <a:t>Contacts utiles                                                           </a:t>
            </a:r>
            <a:r>
              <a:rPr kumimoji="0" lang="fr-FR" sz="2000" b="0" i="0" strike="noStrike" kern="1200" cap="none" spc="0" normalizeH="0" baseline="0" noProof="0" dirty="0">
                <a:ln>
                  <a:noFill/>
                </a:ln>
                <a:solidFill>
                  <a:prstClr val="black">
                    <a:lumMod val="50000"/>
                    <a:lumOff val="50000"/>
                  </a:prstClr>
                </a:solidFill>
                <a:effectLst/>
                <a:uLnTx/>
                <a:uFillTx/>
                <a:latin typeface="Arial" panose="020B0604020202020204" pitchFamily="34" charset="0"/>
                <a:ea typeface="+mn-ea"/>
                <a:cs typeface="Arial" panose="020B0604020202020204" pitchFamily="34" charset="0"/>
              </a:rPr>
              <a:t>- 28 </a:t>
            </a:r>
            <a:endParaRPr lang="fr-FR" sz="2000" dirty="0">
              <a:solidFill>
                <a:prstClr val="black">
                  <a:lumMod val="50000"/>
                  <a:lumOff val="50000"/>
                </a:prstClr>
              </a:solidFill>
            </a:endParaRPr>
          </a:p>
          <a:p>
            <a:pPr marL="0" marR="0" lvl="3" indent="0" algn="l" defTabSz="1122363" rtl="0" eaLnBrk="1" fontAlgn="auto" latinLnBrk="0" hangingPunct="1">
              <a:lnSpc>
                <a:spcPct val="100000"/>
              </a:lnSpc>
              <a:spcBef>
                <a:spcPct val="20000"/>
              </a:spcBef>
              <a:spcAft>
                <a:spcPts val="0"/>
              </a:spcAft>
              <a:buClrTx/>
              <a:buSzTx/>
              <a:buNone/>
              <a:tabLst>
                <a:tab pos="895350" algn="l"/>
                <a:tab pos="1431925" algn="l"/>
                <a:tab pos="1792288" algn="l"/>
                <a:tab pos="1976438" algn="l"/>
              </a:tabLst>
              <a:defRPr/>
            </a:pPr>
            <a:r>
              <a:rPr lang="fr-FR" sz="2000" dirty="0">
                <a:solidFill>
                  <a:prstClr val="black">
                    <a:lumMod val="50000"/>
                    <a:lumOff val="50000"/>
                  </a:prstClr>
                </a:solidFill>
              </a:rPr>
              <a:t>		</a:t>
            </a:r>
          </a:p>
          <a:p>
            <a:pPr marL="1055103" marR="0" lvl="3" indent="0" algn="l" defTabSz="1125444" rtl="0" eaLnBrk="1" fontAlgn="auto" latinLnBrk="0" hangingPunct="1">
              <a:lnSpc>
                <a:spcPct val="100000"/>
              </a:lnSpc>
              <a:spcBef>
                <a:spcPct val="20000"/>
              </a:spcBef>
              <a:spcAft>
                <a:spcPts val="0"/>
              </a:spcAft>
              <a:buClrTx/>
              <a:buSzTx/>
              <a:buNone/>
              <a:tabLst/>
              <a:defRPr/>
            </a:pPr>
            <a:endParaRPr kumimoji="0" lang="fr-FR" sz="1800" b="0" i="0" strike="noStrike" kern="1200" cap="none" spc="0" normalizeH="0" baseline="0" noProof="0" dirty="0">
              <a:ln>
                <a:noFill/>
              </a:ln>
              <a:solidFill>
                <a:srgbClr val="92D050"/>
              </a:solidFill>
              <a:effectLst/>
              <a:uLnTx/>
              <a:uFillTx/>
              <a:latin typeface="Arial" panose="020B0604020202020204" pitchFamily="34" charset="0"/>
              <a:ea typeface="+mn-ea"/>
              <a:cs typeface="Arial" panose="020B0604020202020204" pitchFamily="34" charset="0"/>
            </a:endParaRPr>
          </a:p>
        </p:txBody>
      </p:sp>
      <p:sp>
        <p:nvSpPr>
          <p:cNvPr id="4" name="Espace réservé du texte 1"/>
          <p:cNvSpPr txBox="1">
            <a:spLocks/>
          </p:cNvSpPr>
          <p:nvPr/>
        </p:nvSpPr>
        <p:spPr>
          <a:xfrm>
            <a:off x="1925075" y="476672"/>
            <a:ext cx="9931565" cy="864096"/>
          </a:xfrm>
          <a:prstGeom prst="rect">
            <a:avLst/>
          </a:prstGeom>
        </p:spPr>
        <p:txBody>
          <a:bodyPr/>
          <a:lstStyle>
            <a:lvl1pPr marL="422041" indent="-422041" algn="l" defTabSz="1125444" rtl="0" eaLnBrk="1" latinLnBrk="0" hangingPunct="1">
              <a:spcBef>
                <a:spcPct val="20000"/>
              </a:spcBef>
              <a:buFont typeface="Arial" panose="020B0604020202020204" pitchFamily="34" charset="0"/>
              <a:buChar char="•"/>
              <a:defRPr sz="3939" kern="1200">
                <a:solidFill>
                  <a:srgbClr val="2F3130"/>
                </a:solidFill>
                <a:latin typeface="Arial" panose="020B0604020202020204" pitchFamily="34" charset="0"/>
                <a:ea typeface="+mn-ea"/>
                <a:cs typeface="Arial" panose="020B0604020202020204" pitchFamily="34" charset="0"/>
              </a:defRPr>
            </a:lvl1pPr>
            <a:lvl2pPr marL="914423" indent="-351701" algn="l" defTabSz="1125444" rtl="0" eaLnBrk="1" latinLnBrk="0" hangingPunct="1">
              <a:spcBef>
                <a:spcPct val="20000"/>
              </a:spcBef>
              <a:buFont typeface="Arial" panose="020B0604020202020204" pitchFamily="34" charset="0"/>
              <a:buChar char="–"/>
              <a:defRPr sz="3446" kern="1200">
                <a:solidFill>
                  <a:srgbClr val="2F3130"/>
                </a:solidFill>
                <a:latin typeface="Arial" panose="020B0604020202020204" pitchFamily="34" charset="0"/>
                <a:ea typeface="+mn-ea"/>
                <a:cs typeface="Arial" panose="020B0604020202020204" pitchFamily="34" charset="0"/>
              </a:defRPr>
            </a:lvl2pPr>
            <a:lvl3pPr marL="1406804" indent="-281361" algn="l" defTabSz="1125444" rtl="0" eaLnBrk="1" latinLnBrk="0" hangingPunct="1">
              <a:spcBef>
                <a:spcPct val="20000"/>
              </a:spcBef>
              <a:buFont typeface="Arial" panose="020B0604020202020204" pitchFamily="34" charset="0"/>
              <a:buChar char="•"/>
              <a:defRPr sz="2954" kern="1200">
                <a:solidFill>
                  <a:srgbClr val="2F3130"/>
                </a:solidFill>
                <a:latin typeface="Arial" panose="020B0604020202020204" pitchFamily="34" charset="0"/>
                <a:ea typeface="+mn-ea"/>
                <a:cs typeface="Arial" panose="020B0604020202020204" pitchFamily="34" charset="0"/>
              </a:defRPr>
            </a:lvl3pPr>
            <a:lvl4pPr marL="1969526" indent="-281361" algn="l" defTabSz="1125444" rtl="0" eaLnBrk="1" latinLnBrk="0" hangingPunct="1">
              <a:spcBef>
                <a:spcPct val="20000"/>
              </a:spcBef>
              <a:buFont typeface="Arial" panose="020B0604020202020204" pitchFamily="34" charset="0"/>
              <a:buChar char="–"/>
              <a:defRPr sz="2462" kern="1200">
                <a:solidFill>
                  <a:srgbClr val="2F3130"/>
                </a:solidFill>
                <a:latin typeface="Arial" panose="020B0604020202020204" pitchFamily="34" charset="0"/>
                <a:ea typeface="+mn-ea"/>
                <a:cs typeface="Arial" panose="020B0604020202020204" pitchFamily="34" charset="0"/>
              </a:defRPr>
            </a:lvl4pPr>
            <a:lvl5pPr marL="2532248" indent="-281361" algn="l" defTabSz="1125444" rtl="0" eaLnBrk="1" latinLnBrk="0" hangingPunct="1">
              <a:spcBef>
                <a:spcPct val="20000"/>
              </a:spcBef>
              <a:buFont typeface="Arial" panose="020B0604020202020204" pitchFamily="34" charset="0"/>
              <a:buChar char="»"/>
              <a:defRPr sz="2462" kern="1200">
                <a:solidFill>
                  <a:srgbClr val="2F3130"/>
                </a:solidFill>
                <a:latin typeface="Arial" panose="020B0604020202020204" pitchFamily="34" charset="0"/>
                <a:ea typeface="+mn-ea"/>
                <a:cs typeface="Arial" panose="020B0604020202020204" pitchFamily="34" charset="0"/>
              </a:defRPr>
            </a:lvl5pPr>
            <a:lvl6pPr marL="3094970" indent="-281361" algn="l" defTabSz="1125444"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6pPr>
            <a:lvl7pPr marL="3657691" indent="-281361" algn="l" defTabSz="1125444"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7pPr>
            <a:lvl8pPr marL="4220413" indent="-281361" algn="l" defTabSz="1125444"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8pPr>
            <a:lvl9pPr marL="4783135" indent="-281361" algn="l" defTabSz="1125444"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9pPr>
          </a:lstStyle>
          <a:p>
            <a:pPr marL="0" indent="0">
              <a:buNone/>
            </a:pPr>
            <a:r>
              <a:rPr lang="fr-FR" sz="5400" b="1">
                <a:ln>
                  <a:solidFill>
                    <a:schemeClr val="bg1"/>
                  </a:solidFill>
                </a:ln>
                <a:solidFill>
                  <a:srgbClr val="F59100"/>
                </a:solidFill>
              </a:rPr>
              <a:t>SOMMAIRE</a:t>
            </a:r>
            <a:endParaRPr lang="fr-FR" sz="5400" b="1" dirty="0">
              <a:ln>
                <a:solidFill>
                  <a:schemeClr val="bg1"/>
                </a:solidFill>
              </a:ln>
              <a:solidFill>
                <a:srgbClr val="F59100"/>
              </a:solidFill>
            </a:endParaRPr>
          </a:p>
        </p:txBody>
      </p:sp>
    </p:spTree>
    <p:extLst>
      <p:ext uri="{BB962C8B-B14F-4D97-AF65-F5344CB8AC3E}">
        <p14:creationId xmlns:p14="http://schemas.microsoft.com/office/powerpoint/2010/main" val="2574047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DB39F2C9-61F2-2410-B770-3C0808115DCA}"/>
              </a:ext>
            </a:extLst>
          </p:cNvPr>
          <p:cNvPicPr>
            <a:picLocks noChangeAspect="1"/>
          </p:cNvPicPr>
          <p:nvPr/>
        </p:nvPicPr>
        <p:blipFill>
          <a:blip r:embed="rId3"/>
          <a:stretch>
            <a:fillRect/>
          </a:stretch>
        </p:blipFill>
        <p:spPr>
          <a:xfrm>
            <a:off x="1014090" y="315823"/>
            <a:ext cx="6460917" cy="5941148"/>
          </a:xfrm>
          <a:prstGeom prst="rect">
            <a:avLst/>
          </a:prstGeom>
        </p:spPr>
      </p:pic>
      <p:sp>
        <p:nvSpPr>
          <p:cNvPr id="32" name="Espace réservé du texte 31"/>
          <p:cNvSpPr>
            <a:spLocks noGrp="1"/>
          </p:cNvSpPr>
          <p:nvPr>
            <p:ph type="body" sz="quarter" idx="13"/>
          </p:nvPr>
        </p:nvSpPr>
        <p:spPr/>
        <p:txBody>
          <a:bodyPr>
            <a:normAutofit/>
          </a:bodyPr>
          <a:lstStyle/>
          <a:p>
            <a:pPr marL="0" marR="0" lvl="0" indent="0" algn="l" defTabSz="1125444"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fr-FR" sz="2400" b="0" i="0" u="none" strike="noStrike" kern="1200" cap="none" spc="0" normalizeH="0" baseline="0" noProof="0" dirty="0">
                <a:ln>
                  <a:noFill/>
                </a:ln>
                <a:solidFill>
                  <a:srgbClr val="F59100"/>
                </a:solidFill>
                <a:effectLst/>
                <a:uLnTx/>
                <a:uFillTx/>
                <a:latin typeface="Arial" panose="020B0604020202020204" pitchFamily="34" charset="0"/>
                <a:ea typeface="+mn-ea"/>
                <a:cs typeface="Arial" panose="020B0604020202020204" pitchFamily="34" charset="0"/>
              </a:rPr>
              <a:t>Etape 1 :</a:t>
            </a:r>
          </a:p>
          <a:p>
            <a:pPr marL="0" marR="0" lvl="0" indent="0" algn="l" defTabSz="1125444"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fr-FR" sz="2000" b="1" i="0" u="none" strike="noStrike" kern="1200" cap="none" spc="0" normalizeH="0" baseline="0" noProof="0" dirty="0">
                <a:ln>
                  <a:noFill/>
                </a:ln>
                <a:solidFill>
                  <a:srgbClr val="F59100"/>
                </a:solidFill>
                <a:effectLst/>
                <a:uLnTx/>
                <a:uFillTx/>
                <a:latin typeface="Arial" panose="020B0604020202020204" pitchFamily="34" charset="0"/>
                <a:ea typeface="+mn-ea"/>
                <a:cs typeface="Arial" panose="020B0604020202020204" pitchFamily="34" charset="0"/>
              </a:rPr>
              <a:t>Connexion </a:t>
            </a:r>
          </a:p>
        </p:txBody>
      </p:sp>
      <p:sp>
        <p:nvSpPr>
          <p:cNvPr id="35" name="Espace réservé du texte 34"/>
          <p:cNvSpPr>
            <a:spLocks noGrp="1"/>
          </p:cNvSpPr>
          <p:nvPr>
            <p:ph type="body" sz="quarter" idx="15"/>
          </p:nvPr>
        </p:nvSpPr>
        <p:spPr>
          <a:xfrm>
            <a:off x="8760296" y="2967135"/>
            <a:ext cx="3155768" cy="3270177"/>
          </a:xfrm>
        </p:spPr>
        <p:txBody>
          <a:bodyPr>
            <a:normAutofit/>
          </a:bodyPr>
          <a:lstStyle/>
          <a:p>
            <a:pPr algn="just">
              <a:spcBef>
                <a:spcPts val="0"/>
              </a:spcBef>
              <a:spcAft>
                <a:spcPts val="1200"/>
              </a:spcAft>
            </a:pPr>
            <a:r>
              <a:rPr lang="fr-FR" sz="1000" dirty="0"/>
              <a:t>Sur la page d’accueil du site :</a:t>
            </a:r>
          </a:p>
          <a:p>
            <a:pPr algn="just">
              <a:spcBef>
                <a:spcPts val="0"/>
              </a:spcBef>
              <a:spcAft>
                <a:spcPts val="1200"/>
              </a:spcAft>
            </a:pPr>
            <a:r>
              <a:rPr lang="fr-FR" sz="1000" b="1" dirty="0"/>
              <a:t>Je clique en haut de la page, sur le bouton </a:t>
            </a:r>
            <a:br>
              <a:rPr lang="fr-FR" sz="1000" b="1" dirty="0"/>
            </a:br>
            <a:r>
              <a:rPr lang="fr-FR" sz="1000" b="1" dirty="0"/>
              <a:t>« Connexion partenaire ».</a:t>
            </a:r>
          </a:p>
          <a:p>
            <a:pPr algn="just">
              <a:spcBef>
                <a:spcPts val="0"/>
              </a:spcBef>
              <a:spcAft>
                <a:spcPts val="1200"/>
              </a:spcAft>
            </a:pPr>
            <a:endParaRPr lang="fr-FR" sz="1000" b="1" dirty="0"/>
          </a:p>
        </p:txBody>
      </p:sp>
      <p:pic>
        <p:nvPicPr>
          <p:cNvPr id="3074" name="Picture 2" descr="https://cheque-eco-energie-normandie.up-gestion.com/sites/all/modules/custom/block_sub_header_image/images/front_header_logo_ec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22683" y="0"/>
            <a:ext cx="1905000" cy="1666875"/>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p:nvSpPr>
        <p:spPr>
          <a:xfrm>
            <a:off x="194549" y="6056916"/>
            <a:ext cx="8100000" cy="400110"/>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000" b="1" i="0" u="none" strike="noStrike" kern="1200" cap="none" spc="50" normalizeH="0" baseline="0" noProof="0" dirty="0">
                <a:ln w="0"/>
                <a:solidFill>
                  <a:srgbClr val="F59100"/>
                </a:solidFill>
                <a:effectLst>
                  <a:innerShdw blurRad="63500" dist="50800" dir="13500000">
                    <a:srgbClr val="000000">
                      <a:alpha val="50000"/>
                    </a:srgbClr>
                  </a:innerShdw>
                </a:effectLst>
                <a:uLnTx/>
                <a:uFillTx/>
                <a:latin typeface="Calibri"/>
                <a:ea typeface="+mn-ea"/>
                <a:cs typeface="+mn-cs"/>
              </a:rPr>
              <a:t>https://cheque-eco-energie.normandie.fr</a:t>
            </a:r>
          </a:p>
        </p:txBody>
      </p:sp>
      <p:pic>
        <p:nvPicPr>
          <p:cNvPr id="3" name="Picture 2" descr="http://www.cameleonproprete.com/files/fi5c-76pih5wq5ior-junzx.gif">
            <a:extLst>
              <a:ext uri="{FF2B5EF4-FFF2-40B4-BE49-F238E27FC236}">
                <a16:creationId xmlns:a16="http://schemas.microsoft.com/office/drawing/2014/main" id="{20083DB0-5A15-6C6E-30E7-EAEC0B947314}"/>
              </a:ext>
            </a:extLst>
          </p:cNvPr>
          <p:cNvPicPr>
            <a:picLocks noChangeAspect="1" noChangeArrowheads="1"/>
          </p:cNvPicPr>
          <p:nvPr/>
        </p:nvPicPr>
        <p:blipFill>
          <a:blip r:embed="rId5" cstate="print">
            <a:duotone>
              <a:prstClr val="black"/>
              <a:schemeClr val="accent5">
                <a:tint val="45000"/>
                <a:satMod val="400000"/>
              </a:schemeClr>
            </a:duotone>
            <a:extLst>
              <a:ext uri="{28A0092B-C50C-407E-A947-70E740481C1C}">
                <a14:useLocalDpi xmlns:a14="http://schemas.microsoft.com/office/drawing/2010/main" val="0"/>
              </a:ext>
            </a:extLst>
          </a:blip>
          <a:srcRect/>
          <a:stretch>
            <a:fillRect/>
          </a:stretch>
        </p:blipFill>
        <p:spPr bwMode="auto">
          <a:xfrm rot="16528151" flipH="1" flipV="1">
            <a:off x="5412706" y="2058600"/>
            <a:ext cx="360000" cy="4010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72591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3"/>
          <a:stretch>
            <a:fillRect/>
          </a:stretch>
        </p:blipFill>
        <p:spPr>
          <a:xfrm>
            <a:off x="191344" y="707888"/>
            <a:ext cx="8100000" cy="5468978"/>
          </a:xfrm>
          <a:prstGeom prst="rect">
            <a:avLst/>
          </a:prstGeom>
        </p:spPr>
      </p:pic>
      <p:sp>
        <p:nvSpPr>
          <p:cNvPr id="32" name="Espace réservé du texte 31"/>
          <p:cNvSpPr>
            <a:spLocks noGrp="1"/>
          </p:cNvSpPr>
          <p:nvPr>
            <p:ph type="body" sz="quarter" idx="13"/>
          </p:nvPr>
        </p:nvSpPr>
        <p:spPr/>
        <p:txBody>
          <a:bodyPr>
            <a:normAutofit/>
          </a:bodyPr>
          <a:lstStyle/>
          <a:p>
            <a:r>
              <a:rPr lang="fr-FR" b="0" dirty="0"/>
              <a:t>Etape 1 :</a:t>
            </a:r>
          </a:p>
          <a:p>
            <a:r>
              <a:rPr lang="fr-FR" sz="2000" dirty="0"/>
              <a:t>Connexion </a:t>
            </a:r>
          </a:p>
        </p:txBody>
      </p:sp>
      <p:sp>
        <p:nvSpPr>
          <p:cNvPr id="35" name="Espace réservé du texte 34"/>
          <p:cNvSpPr>
            <a:spLocks noGrp="1"/>
          </p:cNvSpPr>
          <p:nvPr>
            <p:ph type="body" sz="quarter" idx="15"/>
          </p:nvPr>
        </p:nvSpPr>
        <p:spPr>
          <a:xfrm>
            <a:off x="8760296" y="2967135"/>
            <a:ext cx="3155768" cy="3240360"/>
          </a:xfrm>
        </p:spPr>
        <p:txBody>
          <a:bodyPr>
            <a:normAutofit/>
          </a:bodyPr>
          <a:lstStyle/>
          <a:p>
            <a:pPr algn="just">
              <a:spcBef>
                <a:spcPts val="0"/>
              </a:spcBef>
              <a:spcAft>
                <a:spcPts val="1200"/>
              </a:spcAft>
            </a:pPr>
            <a:r>
              <a:rPr lang="fr-FR" sz="1000" b="1" dirty="0"/>
              <a:t>Je me connecte en saisissant le login transmis préalablement par la Région</a:t>
            </a:r>
            <a:r>
              <a:rPr lang="fr-FR" sz="1000" dirty="0"/>
              <a:t> (commençant par C puis 5 chiffres) </a:t>
            </a:r>
            <a:r>
              <a:rPr lang="fr-FR" sz="1000" b="1" dirty="0"/>
              <a:t>et mon mot de passe renseigné au moment de mon inscription.</a:t>
            </a:r>
          </a:p>
          <a:p>
            <a:pPr algn="just">
              <a:spcBef>
                <a:spcPts val="0"/>
              </a:spcBef>
              <a:spcAft>
                <a:spcPts val="1200"/>
              </a:spcAft>
            </a:pPr>
            <a:endParaRPr lang="fr-FR" sz="1000" b="1" dirty="0"/>
          </a:p>
        </p:txBody>
      </p:sp>
      <p:pic>
        <p:nvPicPr>
          <p:cNvPr id="3074" name="Picture 2" descr="https://cheque-eco-energie-normandie.up-gestion.com/sites/all/modules/custom/block_sub_header_image/images/front_header_logo_ec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22683" y="0"/>
            <a:ext cx="1905000" cy="166687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http://www.cameleonproprete.com/files/fi5c-76pih5wq5ior-junzx.gif"/>
          <p:cNvPicPr>
            <a:picLocks noChangeAspect="1" noChangeArrowheads="1"/>
          </p:cNvPicPr>
          <p:nvPr/>
        </p:nvPicPr>
        <p:blipFill>
          <a:blip r:embed="rId5" cstate="print">
            <a:duotone>
              <a:prstClr val="black"/>
              <a:schemeClr val="accent5">
                <a:tint val="45000"/>
                <a:satMod val="400000"/>
              </a:schemeClr>
            </a:duotone>
            <a:extLst>
              <a:ext uri="{28A0092B-C50C-407E-A947-70E740481C1C}">
                <a14:useLocalDpi xmlns:a14="http://schemas.microsoft.com/office/drawing/2010/main" val="0"/>
              </a:ext>
            </a:extLst>
          </a:blip>
          <a:srcRect/>
          <a:stretch>
            <a:fillRect/>
          </a:stretch>
        </p:blipFill>
        <p:spPr bwMode="auto">
          <a:xfrm rot="16397708" flipH="1" flipV="1">
            <a:off x="3318246" y="4787838"/>
            <a:ext cx="360000" cy="401087"/>
          </a:xfrm>
          <a:prstGeom prst="rect">
            <a:avLst/>
          </a:prstGeom>
          <a:noFill/>
          <a:extLst>
            <a:ext uri="{909E8E84-426E-40DD-AFC4-6F175D3DCCD1}">
              <a14:hiddenFill xmlns:a14="http://schemas.microsoft.com/office/drawing/2010/main">
                <a:solidFill>
                  <a:srgbClr val="FFFFFF"/>
                </a:solidFill>
              </a14:hiddenFill>
            </a:ext>
          </a:extLst>
        </p:spPr>
      </p:pic>
      <p:sp>
        <p:nvSpPr>
          <p:cNvPr id="8" name="ZoneTexte 7"/>
          <p:cNvSpPr txBox="1"/>
          <p:nvPr/>
        </p:nvSpPr>
        <p:spPr>
          <a:xfrm>
            <a:off x="6556072" y="4869160"/>
            <a:ext cx="936104" cy="646986"/>
          </a:xfrm>
          <a:prstGeom prst="roundRect">
            <a:avLst/>
          </a:prstGeom>
          <a:solidFill>
            <a:schemeClr val="accent6">
              <a:lumMod val="20000"/>
              <a:lumOff val="80000"/>
            </a:schemeClr>
          </a:solidFill>
          <a:ln w="6350">
            <a:solidFill>
              <a:srgbClr val="F59100"/>
            </a:solidFill>
          </a:ln>
        </p:spPr>
        <p:style>
          <a:lnRef idx="2">
            <a:schemeClr val="accent6"/>
          </a:lnRef>
          <a:fillRef idx="1">
            <a:schemeClr val="lt1"/>
          </a:fillRef>
          <a:effectRef idx="0">
            <a:schemeClr val="accent6"/>
          </a:effectRef>
          <a:fontRef idx="minor">
            <a:schemeClr val="dk1"/>
          </a:fontRef>
        </p:style>
        <p:txBody>
          <a:bodyPr wrap="square" lIns="36000" rIns="36000" rtlCol="0">
            <a:spAutoFit/>
          </a:bodyPr>
          <a:lstStyle/>
          <a:p>
            <a:pPr marL="0" marR="0" indent="0" algn="ctr" defTabSz="914400" rtl="0" eaLnBrk="1" fontAlgn="auto" latinLnBrk="0" hangingPunct="1">
              <a:lnSpc>
                <a:spcPct val="100000"/>
              </a:lnSpc>
              <a:spcBef>
                <a:spcPts val="0"/>
              </a:spcBef>
              <a:spcAft>
                <a:spcPts val="0"/>
              </a:spcAft>
              <a:buClrTx/>
              <a:buSzTx/>
              <a:buFontTx/>
              <a:buNone/>
              <a:tabLst/>
            </a:pPr>
            <a:r>
              <a:rPr lang="fr-FR" sz="800" dirty="0">
                <a:solidFill>
                  <a:schemeClr val="bg1">
                    <a:lumMod val="50000"/>
                  </a:schemeClr>
                </a:solidFill>
                <a:latin typeface="Arial" charset="0"/>
                <a:ea typeface="Arial" charset="0"/>
                <a:cs typeface="Arial" charset="0"/>
              </a:rPr>
              <a:t>Je peux générer un nouveau</a:t>
            </a:r>
          </a:p>
          <a:p>
            <a:pPr marL="0" marR="0" indent="0" algn="ctr" defTabSz="914400" rtl="0" eaLnBrk="1" fontAlgn="auto" latinLnBrk="0" hangingPunct="1">
              <a:lnSpc>
                <a:spcPct val="100000"/>
              </a:lnSpc>
              <a:spcBef>
                <a:spcPts val="0"/>
              </a:spcBef>
              <a:spcAft>
                <a:spcPts val="0"/>
              </a:spcAft>
              <a:buClrTx/>
              <a:buSzTx/>
              <a:buFontTx/>
              <a:buNone/>
              <a:tabLst/>
            </a:pPr>
            <a:r>
              <a:rPr lang="fr-FR" sz="800" dirty="0">
                <a:solidFill>
                  <a:schemeClr val="bg1">
                    <a:lumMod val="50000"/>
                  </a:schemeClr>
                </a:solidFill>
                <a:latin typeface="Arial" charset="0"/>
                <a:ea typeface="Arial" charset="0"/>
                <a:cs typeface="Arial" charset="0"/>
              </a:rPr>
              <a:t>mot de passe</a:t>
            </a:r>
          </a:p>
          <a:p>
            <a:pPr marL="0" marR="0" indent="0" algn="ctr" defTabSz="914400" rtl="0" eaLnBrk="1" fontAlgn="auto" latinLnBrk="0" hangingPunct="1">
              <a:lnSpc>
                <a:spcPct val="100000"/>
              </a:lnSpc>
              <a:spcBef>
                <a:spcPts val="0"/>
              </a:spcBef>
              <a:spcAft>
                <a:spcPts val="0"/>
              </a:spcAft>
              <a:buClrTx/>
              <a:buSzTx/>
              <a:buFontTx/>
              <a:buNone/>
              <a:tabLst/>
            </a:pPr>
            <a:r>
              <a:rPr lang="fr-FR" sz="800" dirty="0">
                <a:solidFill>
                  <a:schemeClr val="bg1">
                    <a:lumMod val="50000"/>
                  </a:schemeClr>
                </a:solidFill>
                <a:latin typeface="Arial" charset="0"/>
                <a:ea typeface="Arial" charset="0"/>
                <a:cs typeface="Arial" charset="0"/>
              </a:rPr>
              <a:t>si besoin</a:t>
            </a:r>
            <a:endParaRPr lang="fr-FR" sz="800" b="0" i="0" kern="1200" dirty="0">
              <a:solidFill>
                <a:schemeClr val="bg1">
                  <a:lumMod val="50000"/>
                </a:schemeClr>
              </a:solidFill>
              <a:effectLst/>
              <a:latin typeface="Arial" charset="0"/>
              <a:ea typeface="Arial" charset="0"/>
              <a:cs typeface="Arial" charset="0"/>
            </a:endParaRPr>
          </a:p>
        </p:txBody>
      </p:sp>
      <p:pic>
        <p:nvPicPr>
          <p:cNvPr id="9" name="Picture 2" descr="Dessin Animé, Icône, Ampoule, Symbole"/>
          <p:cNvPicPr>
            <a:picLocks noChangeAspect="1" noChangeArrowheads="1"/>
          </p:cNvPicPr>
          <p:nvPr/>
        </p:nvPicPr>
        <p:blipFill>
          <a:blip r:embed="rId6"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376072" y="4679130"/>
            <a:ext cx="360000" cy="380059"/>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Connecteur droit 9"/>
          <p:cNvCxnSpPr>
            <a:stCxn id="8" idx="1"/>
          </p:cNvCxnSpPr>
          <p:nvPr/>
        </p:nvCxnSpPr>
        <p:spPr>
          <a:xfrm flipH="1" flipV="1">
            <a:off x="5702054" y="5157193"/>
            <a:ext cx="854018" cy="35460"/>
          </a:xfrm>
          <a:prstGeom prst="line">
            <a:avLst/>
          </a:prstGeom>
          <a:ln>
            <a:solidFill>
              <a:srgbClr val="F59100"/>
            </a:solidFill>
          </a:ln>
        </p:spPr>
        <p:style>
          <a:lnRef idx="1">
            <a:schemeClr val="accent1"/>
          </a:lnRef>
          <a:fillRef idx="0">
            <a:schemeClr val="accent1"/>
          </a:fillRef>
          <a:effectRef idx="0">
            <a:schemeClr val="accent1"/>
          </a:effectRef>
          <a:fontRef idx="minor">
            <a:schemeClr val="tx1"/>
          </a:fontRef>
        </p:style>
      </p:cxnSp>
      <p:pic>
        <p:nvPicPr>
          <p:cNvPr id="2" name="Image 1">
            <a:extLst>
              <a:ext uri="{FF2B5EF4-FFF2-40B4-BE49-F238E27FC236}">
                <a16:creationId xmlns:a16="http://schemas.microsoft.com/office/drawing/2014/main" id="{EF36A9D1-BFB4-97F7-4EF1-57BF22E1B21E}"/>
              </a:ext>
            </a:extLst>
          </p:cNvPr>
          <p:cNvPicPr>
            <a:picLocks noChangeAspect="1"/>
          </p:cNvPicPr>
          <p:nvPr/>
        </p:nvPicPr>
        <p:blipFill>
          <a:blip r:embed="rId7"/>
          <a:stretch>
            <a:fillRect/>
          </a:stretch>
        </p:blipFill>
        <p:spPr>
          <a:xfrm>
            <a:off x="2451681" y="2852934"/>
            <a:ext cx="426757" cy="390178"/>
          </a:xfrm>
          <a:prstGeom prst="rect">
            <a:avLst/>
          </a:prstGeom>
        </p:spPr>
      </p:pic>
    </p:spTree>
    <p:extLst>
      <p:ext uri="{BB962C8B-B14F-4D97-AF65-F5344CB8AC3E}">
        <p14:creationId xmlns:p14="http://schemas.microsoft.com/office/powerpoint/2010/main" val="32297284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Espace réservé du texte 31"/>
          <p:cNvSpPr>
            <a:spLocks noGrp="1"/>
          </p:cNvSpPr>
          <p:nvPr>
            <p:ph type="body" sz="quarter" idx="13"/>
          </p:nvPr>
        </p:nvSpPr>
        <p:spPr/>
        <p:txBody>
          <a:bodyPr>
            <a:normAutofit/>
          </a:bodyPr>
          <a:lstStyle/>
          <a:p>
            <a:r>
              <a:rPr lang="fr-FR" b="0" dirty="0"/>
              <a:t>Etape 1 :</a:t>
            </a:r>
          </a:p>
          <a:p>
            <a:r>
              <a:rPr lang="fr-FR" sz="2000" dirty="0"/>
              <a:t>Connexion </a:t>
            </a:r>
          </a:p>
        </p:txBody>
      </p:sp>
      <p:sp>
        <p:nvSpPr>
          <p:cNvPr id="35" name="Espace réservé du texte 34"/>
          <p:cNvSpPr>
            <a:spLocks noGrp="1"/>
          </p:cNvSpPr>
          <p:nvPr>
            <p:ph type="body" sz="quarter" idx="15"/>
          </p:nvPr>
        </p:nvSpPr>
        <p:spPr>
          <a:xfrm>
            <a:off x="8760296" y="2967135"/>
            <a:ext cx="3155768" cy="3240360"/>
          </a:xfrm>
        </p:spPr>
        <p:txBody>
          <a:bodyPr>
            <a:normAutofit/>
          </a:bodyPr>
          <a:lstStyle/>
          <a:p>
            <a:pPr algn="just">
              <a:spcBef>
                <a:spcPts val="0"/>
              </a:spcBef>
              <a:spcAft>
                <a:spcPts val="1200"/>
              </a:spcAft>
            </a:pPr>
            <a:r>
              <a:rPr lang="fr-FR" sz="1000" b="1" dirty="0"/>
              <a:t>Une fois connecté, j’accède à la page contenant la liste des dossiers de ma structure Mon Accompagnateur Rénov’.</a:t>
            </a:r>
          </a:p>
          <a:p>
            <a:pPr algn="just">
              <a:spcBef>
                <a:spcPts val="0"/>
              </a:spcBef>
              <a:spcAft>
                <a:spcPts val="1200"/>
              </a:spcAft>
            </a:pPr>
            <a:r>
              <a:rPr lang="fr-FR" sz="1000" b="1" dirty="0"/>
              <a:t>Le menu me permet d’accéder aux rubriques suivantes :</a:t>
            </a:r>
          </a:p>
          <a:p>
            <a:pPr marL="387450" indent="-171450" algn="just">
              <a:spcBef>
                <a:spcPts val="0"/>
              </a:spcBef>
              <a:spcAft>
                <a:spcPts val="400"/>
              </a:spcAft>
              <a:buFont typeface="Wingdings" panose="05000000000000000000" pitchFamily="2" charset="2"/>
              <a:buChar char="§"/>
            </a:pPr>
            <a:r>
              <a:rPr lang="fr-FR" sz="1000" b="1" dirty="0"/>
              <a:t>Consultation des dossiers</a:t>
            </a:r>
          </a:p>
          <a:p>
            <a:pPr marL="387450" indent="-171450" algn="just">
              <a:spcBef>
                <a:spcPts val="0"/>
              </a:spcBef>
              <a:spcAft>
                <a:spcPts val="400"/>
              </a:spcAft>
              <a:buFont typeface="Wingdings" panose="05000000000000000000" pitchFamily="2" charset="2"/>
              <a:buChar char="§"/>
            </a:pPr>
            <a:r>
              <a:rPr lang="fr-FR" sz="1000" b="1" dirty="0"/>
              <a:t>Instruction technique</a:t>
            </a:r>
          </a:p>
          <a:p>
            <a:pPr marL="387450" indent="-171450" algn="just">
              <a:spcBef>
                <a:spcPts val="0"/>
              </a:spcBef>
              <a:spcAft>
                <a:spcPts val="400"/>
              </a:spcAft>
              <a:buFont typeface="Wingdings" panose="05000000000000000000" pitchFamily="2" charset="2"/>
              <a:buChar char="§"/>
            </a:pPr>
            <a:r>
              <a:rPr lang="fr-FR" sz="1000" b="1" dirty="0"/>
              <a:t>Remboursements des aides</a:t>
            </a:r>
          </a:p>
          <a:p>
            <a:pPr marL="387450" indent="-171450" algn="just">
              <a:spcBef>
                <a:spcPts val="0"/>
              </a:spcBef>
              <a:spcAft>
                <a:spcPts val="400"/>
              </a:spcAft>
              <a:buFont typeface="Wingdings" panose="05000000000000000000" pitchFamily="2" charset="2"/>
              <a:buChar char="§"/>
            </a:pPr>
            <a:r>
              <a:rPr lang="fr-FR" sz="1000" b="1" dirty="0"/>
              <a:t>Besoin d’aide ? </a:t>
            </a:r>
            <a:r>
              <a:rPr lang="fr-FR" sz="1000" dirty="0"/>
              <a:t>(correspondant à ce guide utilisateur)</a:t>
            </a:r>
          </a:p>
          <a:p>
            <a:pPr marL="216000" algn="just">
              <a:spcBef>
                <a:spcPts val="0"/>
              </a:spcBef>
              <a:spcAft>
                <a:spcPts val="400"/>
              </a:spcAft>
            </a:pPr>
            <a:endParaRPr lang="fr-FR" sz="1000" b="1" dirty="0"/>
          </a:p>
          <a:p>
            <a:pPr marL="387450" indent="-171450" algn="just">
              <a:spcBef>
                <a:spcPts val="0"/>
              </a:spcBef>
              <a:spcAft>
                <a:spcPts val="400"/>
              </a:spcAft>
              <a:buFont typeface="Wingdings" panose="05000000000000000000" pitchFamily="2" charset="2"/>
              <a:buChar char="§"/>
            </a:pPr>
            <a:r>
              <a:rPr lang="fr-FR" sz="1000" b="1" dirty="0"/>
              <a:t>Assistance Bénéficiaires</a:t>
            </a:r>
          </a:p>
        </p:txBody>
      </p:sp>
      <p:pic>
        <p:nvPicPr>
          <p:cNvPr id="3074" name="Picture 2" descr="https://cheque-eco-energie-normandie.up-gestion.com/sites/all/modules/custom/block_sub_header_image/images/front_header_logo_ec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22683" y="0"/>
            <a:ext cx="1905000" cy="1666875"/>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 5">
            <a:extLst>
              <a:ext uri="{FF2B5EF4-FFF2-40B4-BE49-F238E27FC236}">
                <a16:creationId xmlns:a16="http://schemas.microsoft.com/office/drawing/2014/main" id="{6C6FD15B-78C5-D8FA-DB05-EB5FBC0FEECD}"/>
              </a:ext>
            </a:extLst>
          </p:cNvPr>
          <p:cNvPicPr>
            <a:picLocks noChangeAspect="1"/>
          </p:cNvPicPr>
          <p:nvPr/>
        </p:nvPicPr>
        <p:blipFill>
          <a:blip r:embed="rId4"/>
          <a:stretch>
            <a:fillRect/>
          </a:stretch>
        </p:blipFill>
        <p:spPr>
          <a:xfrm>
            <a:off x="42199" y="766325"/>
            <a:ext cx="8136904" cy="5345979"/>
          </a:xfrm>
          <a:prstGeom prst="rect">
            <a:avLst/>
          </a:prstGeom>
        </p:spPr>
      </p:pic>
      <p:pic>
        <p:nvPicPr>
          <p:cNvPr id="1026" name="Picture 2" descr="http://www.cameleonproprete.com/files/fi5c-76pih5wq5ior-junzx.gif"/>
          <p:cNvPicPr>
            <a:picLocks noChangeAspect="1" noChangeArrowheads="1"/>
          </p:cNvPicPr>
          <p:nvPr/>
        </p:nvPicPr>
        <p:blipFill>
          <a:blip r:embed="rId5"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rot="1607722" flipV="1">
            <a:off x="2983234" y="817528"/>
            <a:ext cx="646244" cy="72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11719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Espace réservé du texte 31"/>
          <p:cNvSpPr>
            <a:spLocks noGrp="1"/>
          </p:cNvSpPr>
          <p:nvPr>
            <p:ph type="body" sz="quarter" idx="13"/>
          </p:nvPr>
        </p:nvSpPr>
        <p:spPr/>
        <p:txBody>
          <a:bodyPr>
            <a:normAutofit/>
          </a:bodyPr>
          <a:lstStyle/>
          <a:p>
            <a:r>
              <a:rPr lang="fr-FR" b="0" dirty="0"/>
              <a:t>Etape 2 :</a:t>
            </a:r>
          </a:p>
          <a:p>
            <a:r>
              <a:rPr lang="fr-FR" sz="2000" dirty="0"/>
              <a:t>Consultation des dossiers  </a:t>
            </a:r>
          </a:p>
        </p:txBody>
      </p:sp>
      <p:pic>
        <p:nvPicPr>
          <p:cNvPr id="3074" name="Picture 2" descr="https://cheque-eco-energie-normandie.up-gestion.com/sites/all/modules/custom/block_sub_header_image/images/front_header_logo_ec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22683" y="0"/>
            <a:ext cx="1905000" cy="1666875"/>
          </a:xfrm>
          <a:prstGeom prst="rect">
            <a:avLst/>
          </a:prstGeom>
          <a:noFill/>
          <a:extLst>
            <a:ext uri="{909E8E84-426E-40DD-AFC4-6F175D3DCCD1}">
              <a14:hiddenFill xmlns:a14="http://schemas.microsoft.com/office/drawing/2010/main">
                <a:solidFill>
                  <a:srgbClr val="FFFFFF"/>
                </a:solidFill>
              </a14:hiddenFill>
            </a:ext>
          </a:extLst>
        </p:spPr>
      </p:pic>
      <p:pic>
        <p:nvPicPr>
          <p:cNvPr id="3" name="Image 2">
            <a:extLst>
              <a:ext uri="{FF2B5EF4-FFF2-40B4-BE49-F238E27FC236}">
                <a16:creationId xmlns:a16="http://schemas.microsoft.com/office/drawing/2014/main" id="{C12FC1FD-5948-DFC8-EB32-62BB4CC8C067}"/>
              </a:ext>
            </a:extLst>
          </p:cNvPr>
          <p:cNvPicPr>
            <a:picLocks noChangeAspect="1"/>
          </p:cNvPicPr>
          <p:nvPr/>
        </p:nvPicPr>
        <p:blipFill>
          <a:blip r:embed="rId4"/>
          <a:stretch>
            <a:fillRect/>
          </a:stretch>
        </p:blipFill>
        <p:spPr>
          <a:xfrm>
            <a:off x="1559496" y="332656"/>
            <a:ext cx="5317864" cy="5688632"/>
          </a:xfrm>
          <a:prstGeom prst="rect">
            <a:avLst/>
          </a:prstGeom>
        </p:spPr>
      </p:pic>
      <p:pic>
        <p:nvPicPr>
          <p:cNvPr id="7" name="Image 6">
            <a:extLst>
              <a:ext uri="{FF2B5EF4-FFF2-40B4-BE49-F238E27FC236}">
                <a16:creationId xmlns:a16="http://schemas.microsoft.com/office/drawing/2014/main" id="{88103454-FBD6-0AE9-4D60-3B2C77A14F0E}"/>
              </a:ext>
            </a:extLst>
          </p:cNvPr>
          <p:cNvPicPr>
            <a:picLocks noChangeAspect="1"/>
          </p:cNvPicPr>
          <p:nvPr/>
        </p:nvPicPr>
        <p:blipFill>
          <a:blip r:embed="rId5"/>
          <a:stretch>
            <a:fillRect/>
          </a:stretch>
        </p:blipFill>
        <p:spPr>
          <a:xfrm>
            <a:off x="2711624" y="1326532"/>
            <a:ext cx="426757" cy="390178"/>
          </a:xfrm>
          <a:prstGeom prst="rect">
            <a:avLst/>
          </a:prstGeom>
        </p:spPr>
      </p:pic>
    </p:spTree>
    <p:extLst>
      <p:ext uri="{BB962C8B-B14F-4D97-AF65-F5344CB8AC3E}">
        <p14:creationId xmlns:p14="http://schemas.microsoft.com/office/powerpoint/2010/main" val="40623295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58BFC31F-B5DE-CC63-4CF2-6297C6F10DEA}"/>
              </a:ext>
            </a:extLst>
          </p:cNvPr>
          <p:cNvPicPr>
            <a:picLocks noChangeAspect="1"/>
          </p:cNvPicPr>
          <p:nvPr/>
        </p:nvPicPr>
        <p:blipFill>
          <a:blip r:embed="rId3"/>
          <a:stretch>
            <a:fillRect/>
          </a:stretch>
        </p:blipFill>
        <p:spPr>
          <a:xfrm>
            <a:off x="79414" y="963589"/>
            <a:ext cx="8306203" cy="4676687"/>
          </a:xfrm>
          <a:prstGeom prst="rect">
            <a:avLst/>
          </a:prstGeom>
        </p:spPr>
      </p:pic>
      <p:sp>
        <p:nvSpPr>
          <p:cNvPr id="32" name="Espace réservé du texte 31"/>
          <p:cNvSpPr>
            <a:spLocks noGrp="1"/>
          </p:cNvSpPr>
          <p:nvPr>
            <p:ph type="body" sz="quarter" idx="13"/>
          </p:nvPr>
        </p:nvSpPr>
        <p:spPr/>
        <p:txBody>
          <a:bodyPr>
            <a:normAutofit/>
          </a:bodyPr>
          <a:lstStyle/>
          <a:p>
            <a:r>
              <a:rPr lang="fr-FR" b="0" dirty="0"/>
              <a:t>Etape 2 :</a:t>
            </a:r>
          </a:p>
          <a:p>
            <a:r>
              <a:rPr lang="fr-FR" sz="2000" dirty="0"/>
              <a:t>Consultation des dossiers </a:t>
            </a:r>
          </a:p>
        </p:txBody>
      </p:sp>
      <p:sp>
        <p:nvSpPr>
          <p:cNvPr id="35" name="Espace réservé du texte 34"/>
          <p:cNvSpPr>
            <a:spLocks noGrp="1"/>
          </p:cNvSpPr>
          <p:nvPr>
            <p:ph type="body" sz="quarter" idx="15"/>
          </p:nvPr>
        </p:nvSpPr>
        <p:spPr>
          <a:xfrm>
            <a:off x="8760296" y="2967134"/>
            <a:ext cx="3155768" cy="3342185"/>
          </a:xfrm>
        </p:spPr>
        <p:txBody>
          <a:bodyPr>
            <a:noAutofit/>
          </a:bodyPr>
          <a:lstStyle/>
          <a:p>
            <a:pPr algn="just">
              <a:spcBef>
                <a:spcPts val="0"/>
              </a:spcBef>
              <a:spcAft>
                <a:spcPts val="1200"/>
              </a:spcAft>
            </a:pPr>
            <a:r>
              <a:rPr lang="fr-FR" sz="1000" b="1" u="sng" dirty="0"/>
              <a:t>Cette rubrique contient l’ensemble des dossiers de ma structure, de la création de la demande d’aide jusqu’à son remboursement.</a:t>
            </a:r>
          </a:p>
          <a:p>
            <a:pPr algn="just">
              <a:spcBef>
                <a:spcPts val="0"/>
              </a:spcBef>
              <a:spcAft>
                <a:spcPts val="1200"/>
              </a:spcAft>
            </a:pPr>
            <a:r>
              <a:rPr lang="fr-FR" sz="1000" dirty="0"/>
              <a:t>Elle fournit toutes les informations liées à un dossier et offre la possibilité de filtrer les demandes.</a:t>
            </a:r>
          </a:p>
          <a:p>
            <a:pPr algn="just">
              <a:spcBef>
                <a:spcPts val="0"/>
              </a:spcBef>
              <a:spcAft>
                <a:spcPts val="1200"/>
              </a:spcAft>
            </a:pPr>
            <a:r>
              <a:rPr lang="fr-FR" sz="1000" b="1" dirty="0"/>
              <a:t>La colonne « Thématique » contient les types de demande d’aide des bénéficiaires. Il s’agit  de </a:t>
            </a:r>
            <a:r>
              <a:rPr lang="fr-FR" sz="1000" b="1" dirty="0">
                <a:solidFill>
                  <a:srgbClr val="0070C0"/>
                </a:solidFill>
              </a:rPr>
              <a:t>liens cliquables </a:t>
            </a:r>
            <a:r>
              <a:rPr lang="fr-FR" sz="1000" b="1" dirty="0"/>
              <a:t>qui permettent de consulter chaque dossier.</a:t>
            </a:r>
          </a:p>
        </p:txBody>
      </p:sp>
      <p:pic>
        <p:nvPicPr>
          <p:cNvPr id="3074" name="Picture 2" descr="https://cheque-eco-energie-normandie.up-gestion.com/sites/all/modules/custom/block_sub_header_image/images/front_header_logo_ec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22683" y="0"/>
            <a:ext cx="1905000" cy="1666875"/>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 3">
            <a:extLst>
              <a:ext uri="{FF2B5EF4-FFF2-40B4-BE49-F238E27FC236}">
                <a16:creationId xmlns:a16="http://schemas.microsoft.com/office/drawing/2014/main" id="{2A031F39-58A4-6564-4023-304BC9AA1BA3}"/>
              </a:ext>
            </a:extLst>
          </p:cNvPr>
          <p:cNvPicPr>
            <a:picLocks noChangeAspect="1"/>
          </p:cNvPicPr>
          <p:nvPr/>
        </p:nvPicPr>
        <p:blipFill>
          <a:blip r:embed="rId5"/>
          <a:stretch>
            <a:fillRect/>
          </a:stretch>
        </p:blipFill>
        <p:spPr>
          <a:xfrm>
            <a:off x="191344" y="5034110"/>
            <a:ext cx="426757" cy="390178"/>
          </a:xfrm>
          <a:prstGeom prst="rect">
            <a:avLst/>
          </a:prstGeom>
        </p:spPr>
      </p:pic>
      <p:pic>
        <p:nvPicPr>
          <p:cNvPr id="5" name="Image 4">
            <a:extLst>
              <a:ext uri="{FF2B5EF4-FFF2-40B4-BE49-F238E27FC236}">
                <a16:creationId xmlns:a16="http://schemas.microsoft.com/office/drawing/2014/main" id="{FB6C288E-4BC8-C652-E900-773013450883}"/>
              </a:ext>
            </a:extLst>
          </p:cNvPr>
          <p:cNvPicPr>
            <a:picLocks noChangeAspect="1"/>
          </p:cNvPicPr>
          <p:nvPr/>
        </p:nvPicPr>
        <p:blipFill>
          <a:blip r:embed="rId6"/>
          <a:stretch>
            <a:fillRect/>
          </a:stretch>
        </p:blipFill>
        <p:spPr>
          <a:xfrm rot="10564624">
            <a:off x="377686" y="1172293"/>
            <a:ext cx="957661" cy="989163"/>
          </a:xfrm>
          <a:prstGeom prst="rect">
            <a:avLst/>
          </a:prstGeom>
        </p:spPr>
      </p:pic>
    </p:spTree>
    <p:extLst>
      <p:ext uri="{BB962C8B-B14F-4D97-AF65-F5344CB8AC3E}">
        <p14:creationId xmlns:p14="http://schemas.microsoft.com/office/powerpoint/2010/main" val="3938609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Image 14">
            <a:extLst>
              <a:ext uri="{FF2B5EF4-FFF2-40B4-BE49-F238E27FC236}">
                <a16:creationId xmlns:a16="http://schemas.microsoft.com/office/drawing/2014/main" id="{8F33BA0B-EE7B-58AF-C393-8CF3D3B84B86}"/>
              </a:ext>
            </a:extLst>
          </p:cNvPr>
          <p:cNvPicPr>
            <a:picLocks noChangeAspect="1"/>
          </p:cNvPicPr>
          <p:nvPr/>
        </p:nvPicPr>
        <p:blipFill>
          <a:blip r:embed="rId3"/>
          <a:stretch>
            <a:fillRect/>
          </a:stretch>
        </p:blipFill>
        <p:spPr>
          <a:xfrm>
            <a:off x="79414" y="963589"/>
            <a:ext cx="8306203" cy="4676687"/>
          </a:xfrm>
          <a:prstGeom prst="rect">
            <a:avLst/>
          </a:prstGeom>
        </p:spPr>
      </p:pic>
      <p:sp>
        <p:nvSpPr>
          <p:cNvPr id="32" name="Espace réservé du texte 31"/>
          <p:cNvSpPr>
            <a:spLocks noGrp="1"/>
          </p:cNvSpPr>
          <p:nvPr>
            <p:ph type="body" sz="quarter" idx="13"/>
          </p:nvPr>
        </p:nvSpPr>
        <p:spPr/>
        <p:txBody>
          <a:bodyPr>
            <a:normAutofit/>
          </a:bodyPr>
          <a:lstStyle/>
          <a:p>
            <a:r>
              <a:rPr lang="fr-FR" b="0" dirty="0"/>
              <a:t>Etape 2 :</a:t>
            </a:r>
          </a:p>
          <a:p>
            <a:r>
              <a:rPr lang="fr-FR" sz="2000" dirty="0"/>
              <a:t>Consultation des dossiers </a:t>
            </a:r>
          </a:p>
        </p:txBody>
      </p:sp>
      <p:sp>
        <p:nvSpPr>
          <p:cNvPr id="35" name="Espace réservé du texte 34"/>
          <p:cNvSpPr>
            <a:spLocks noGrp="1"/>
          </p:cNvSpPr>
          <p:nvPr>
            <p:ph type="body" sz="quarter" idx="15"/>
          </p:nvPr>
        </p:nvSpPr>
        <p:spPr>
          <a:xfrm>
            <a:off x="8760296" y="2936070"/>
            <a:ext cx="3155768" cy="3921930"/>
          </a:xfrm>
        </p:spPr>
        <p:txBody>
          <a:bodyPr>
            <a:noAutofit/>
          </a:bodyPr>
          <a:lstStyle/>
          <a:p>
            <a:pPr algn="just">
              <a:spcBef>
                <a:spcPts val="0"/>
              </a:spcBef>
              <a:spcAft>
                <a:spcPts val="1200"/>
              </a:spcAft>
            </a:pPr>
            <a:r>
              <a:rPr lang="fr-FR" sz="1000" b="1" dirty="0"/>
              <a:t>La colonne « Action » permet :</a:t>
            </a:r>
          </a:p>
          <a:p>
            <a:pPr marL="171450" indent="-171450" algn="just">
              <a:spcBef>
                <a:spcPts val="0"/>
              </a:spcBef>
              <a:spcAft>
                <a:spcPts val="1200"/>
              </a:spcAft>
              <a:buFontTx/>
              <a:buChar char="-"/>
            </a:pPr>
            <a:r>
              <a:rPr lang="fr-FR" sz="1000" b="1" dirty="0"/>
              <a:t>    d’effacer les filtres appliqués sur les différents paramètres saisis</a:t>
            </a:r>
          </a:p>
          <a:p>
            <a:pPr marL="171450" indent="-171450" algn="just">
              <a:spcBef>
                <a:spcPts val="0"/>
              </a:spcBef>
              <a:spcAft>
                <a:spcPts val="1200"/>
              </a:spcAft>
              <a:buFontTx/>
              <a:buChar char="-"/>
            </a:pPr>
            <a:r>
              <a:rPr lang="fr-FR" sz="1000" b="1" dirty="0"/>
              <a:t>     d’exporter les demandes </a:t>
            </a:r>
          </a:p>
          <a:p>
            <a:pPr marL="171450" indent="-171450" algn="just">
              <a:spcBef>
                <a:spcPts val="0"/>
              </a:spcBef>
              <a:spcAft>
                <a:spcPts val="1200"/>
              </a:spcAft>
              <a:buFontTx/>
              <a:buChar char="-"/>
            </a:pPr>
            <a:r>
              <a:rPr lang="fr-FR" sz="1000" b="1" dirty="0"/>
              <a:t>     d’accéder à l’historique du dossier </a:t>
            </a:r>
            <a:r>
              <a:rPr lang="fr-FR" sz="1000" dirty="0"/>
              <a:t>(recense l’ensemble des actions réalisées par les différents acteurs du dossier)</a:t>
            </a:r>
          </a:p>
          <a:p>
            <a:pPr marL="171450" indent="-171450" algn="just">
              <a:spcBef>
                <a:spcPts val="0"/>
              </a:spcBef>
              <a:spcAft>
                <a:spcPts val="600"/>
              </a:spcAft>
              <a:buFontTx/>
              <a:buChar char="-"/>
            </a:pPr>
            <a:r>
              <a:rPr lang="fr-FR" sz="1000" b="1" dirty="0"/>
              <a:t>     d’ajouter ou d’envoyer un commentaire</a:t>
            </a:r>
          </a:p>
          <a:p>
            <a:pPr algn="just">
              <a:spcBef>
                <a:spcPts val="600"/>
              </a:spcBef>
              <a:spcAft>
                <a:spcPts val="600"/>
              </a:spcAft>
            </a:pPr>
            <a:r>
              <a:rPr lang="fr-FR" sz="900" i="1" dirty="0"/>
              <a:t>Attention à bien cocher le ou les destinataires du commentaire :</a:t>
            </a:r>
          </a:p>
          <a:p>
            <a:pPr marL="171450" indent="-171450" algn="just">
              <a:spcBef>
                <a:spcPts val="0"/>
              </a:spcBef>
              <a:spcAft>
                <a:spcPts val="300"/>
              </a:spcAft>
              <a:buFontTx/>
              <a:buChar char="-"/>
            </a:pPr>
            <a:r>
              <a:rPr lang="fr-FR" sz="900" i="1" u="sng" dirty="0"/>
              <a:t>Prestataire Instruction </a:t>
            </a:r>
            <a:r>
              <a:rPr lang="fr-FR" sz="900" i="1" dirty="0"/>
              <a:t>: pour toute remarque de nature administrative</a:t>
            </a:r>
          </a:p>
          <a:p>
            <a:pPr marL="171450" indent="-171450" algn="just">
              <a:spcBef>
                <a:spcPts val="0"/>
              </a:spcBef>
              <a:spcAft>
                <a:spcPts val="300"/>
              </a:spcAft>
              <a:buFontTx/>
              <a:buChar char="-"/>
            </a:pPr>
            <a:r>
              <a:rPr lang="fr-FR" sz="900" i="1" u="sng" dirty="0"/>
              <a:t>Région Instruction :</a:t>
            </a:r>
            <a:r>
              <a:rPr lang="fr-FR" sz="900" i="1" dirty="0"/>
              <a:t> pour toute remarque de nature administrative ou technique</a:t>
            </a:r>
          </a:p>
          <a:p>
            <a:pPr marL="171450" indent="-171450" algn="just">
              <a:spcBef>
                <a:spcPts val="0"/>
              </a:spcBef>
              <a:spcAft>
                <a:spcPts val="300"/>
              </a:spcAft>
              <a:buFontTx/>
              <a:buChar char="-"/>
            </a:pPr>
            <a:r>
              <a:rPr lang="fr-FR" sz="900" i="1" u="sng" dirty="0"/>
              <a:t>Auditeur ou Rénovateur </a:t>
            </a:r>
            <a:r>
              <a:rPr lang="fr-FR" sz="900" i="1" dirty="0"/>
              <a:t>: pour toute remarque de nature technique</a:t>
            </a:r>
          </a:p>
          <a:p>
            <a:pPr marL="171450" indent="-171450" algn="just">
              <a:spcBef>
                <a:spcPts val="0"/>
              </a:spcBef>
              <a:spcAft>
                <a:spcPts val="300"/>
              </a:spcAft>
              <a:buFontTx/>
              <a:buChar char="-"/>
            </a:pPr>
            <a:r>
              <a:rPr lang="fr-FR" sz="900" i="1" u="sng" dirty="0"/>
              <a:t>Conseiller :</a:t>
            </a:r>
            <a:r>
              <a:rPr lang="fr-FR" sz="900" i="1" dirty="0"/>
              <a:t> pour toute remarque liée à la demande</a:t>
            </a:r>
          </a:p>
          <a:p>
            <a:pPr marL="171450" indent="-171450" algn="just">
              <a:spcBef>
                <a:spcPts val="0"/>
              </a:spcBef>
              <a:buFontTx/>
              <a:buChar char="-"/>
            </a:pPr>
            <a:r>
              <a:rPr lang="fr-FR" sz="900" i="1" u="sng" dirty="0"/>
              <a:t>Région Paiement </a:t>
            </a:r>
            <a:r>
              <a:rPr lang="fr-FR" sz="900" i="1" dirty="0"/>
              <a:t>: pour toute remarque liée à un dossier déjà passé en Commission Permanente (CP)</a:t>
            </a:r>
          </a:p>
          <a:p>
            <a:pPr marL="171450" indent="-171450" algn="just">
              <a:spcBef>
                <a:spcPts val="0"/>
              </a:spcBef>
              <a:spcAft>
                <a:spcPts val="600"/>
              </a:spcAft>
              <a:buFontTx/>
              <a:buChar char="-"/>
            </a:pPr>
            <a:endParaRPr lang="fr-FR" sz="900" i="1" dirty="0"/>
          </a:p>
          <a:p>
            <a:pPr marL="171450" indent="-171450" algn="just">
              <a:spcBef>
                <a:spcPts val="0"/>
              </a:spcBef>
              <a:spcAft>
                <a:spcPts val="1200"/>
              </a:spcAft>
              <a:buFontTx/>
              <a:buChar char="-"/>
            </a:pPr>
            <a:r>
              <a:rPr lang="fr-FR" sz="1000" b="1" dirty="0">
                <a:solidFill>
                  <a:schemeClr val="bg1"/>
                </a:solidFill>
              </a:rPr>
              <a:t>b</a:t>
            </a:r>
            <a:endParaRPr lang="fr-FR" sz="1000" b="1" dirty="0"/>
          </a:p>
        </p:txBody>
      </p:sp>
      <p:pic>
        <p:nvPicPr>
          <p:cNvPr id="3074" name="Picture 2" descr="https://cheque-eco-energie-normandie.up-gestion.com/sites/all/modules/custom/block_sub_header_image/images/front_header_logo_ec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22683" y="0"/>
            <a:ext cx="1905000" cy="1666875"/>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 5"/>
          <p:cNvPicPr>
            <a:picLocks noChangeAspect="1"/>
          </p:cNvPicPr>
          <p:nvPr/>
        </p:nvPicPr>
        <p:blipFill>
          <a:blip r:embed="rId5"/>
          <a:stretch>
            <a:fillRect/>
          </a:stretch>
        </p:blipFill>
        <p:spPr>
          <a:xfrm>
            <a:off x="9006161" y="3291857"/>
            <a:ext cx="144000" cy="137143"/>
          </a:xfrm>
          <a:prstGeom prst="rect">
            <a:avLst/>
          </a:prstGeom>
        </p:spPr>
      </p:pic>
      <p:pic>
        <p:nvPicPr>
          <p:cNvPr id="7" name="Image 6"/>
          <p:cNvPicPr>
            <a:picLocks noChangeAspect="1"/>
          </p:cNvPicPr>
          <p:nvPr/>
        </p:nvPicPr>
        <p:blipFill>
          <a:blip r:embed="rId6"/>
          <a:stretch>
            <a:fillRect/>
          </a:stretch>
        </p:blipFill>
        <p:spPr>
          <a:xfrm>
            <a:off x="9006161" y="4054453"/>
            <a:ext cx="144000" cy="130708"/>
          </a:xfrm>
          <a:prstGeom prst="rect">
            <a:avLst/>
          </a:prstGeom>
        </p:spPr>
      </p:pic>
      <p:pic>
        <p:nvPicPr>
          <p:cNvPr id="9" name="Image 8"/>
          <p:cNvPicPr>
            <a:picLocks noChangeAspect="1"/>
          </p:cNvPicPr>
          <p:nvPr/>
        </p:nvPicPr>
        <p:blipFill>
          <a:blip r:embed="rId7"/>
          <a:stretch>
            <a:fillRect/>
          </a:stretch>
        </p:blipFill>
        <p:spPr>
          <a:xfrm>
            <a:off x="9006161" y="4665602"/>
            <a:ext cx="144000" cy="137143"/>
          </a:xfrm>
          <a:prstGeom prst="rect">
            <a:avLst/>
          </a:prstGeom>
        </p:spPr>
      </p:pic>
      <p:pic>
        <p:nvPicPr>
          <p:cNvPr id="3" name="Image 2"/>
          <p:cNvPicPr>
            <a:picLocks noChangeAspect="1"/>
          </p:cNvPicPr>
          <p:nvPr/>
        </p:nvPicPr>
        <p:blipFill>
          <a:blip r:embed="rId8"/>
          <a:stretch>
            <a:fillRect/>
          </a:stretch>
        </p:blipFill>
        <p:spPr>
          <a:xfrm>
            <a:off x="8976759" y="3702705"/>
            <a:ext cx="202804" cy="196262"/>
          </a:xfrm>
          <a:prstGeom prst="rect">
            <a:avLst/>
          </a:prstGeom>
        </p:spPr>
      </p:pic>
      <p:sp>
        <p:nvSpPr>
          <p:cNvPr id="16" name="ZoneTexte 15"/>
          <p:cNvSpPr txBox="1"/>
          <p:nvPr/>
        </p:nvSpPr>
        <p:spPr>
          <a:xfrm>
            <a:off x="5765996" y="3377516"/>
            <a:ext cx="1379837" cy="646986"/>
          </a:xfrm>
          <a:prstGeom prst="roundRect">
            <a:avLst/>
          </a:prstGeom>
          <a:solidFill>
            <a:schemeClr val="accent6">
              <a:lumMod val="20000"/>
              <a:lumOff val="80000"/>
            </a:schemeClr>
          </a:solidFill>
          <a:ln w="6350">
            <a:solidFill>
              <a:srgbClr val="F59100"/>
            </a:solidFill>
          </a:ln>
        </p:spPr>
        <p:style>
          <a:lnRef idx="2">
            <a:schemeClr val="accent6"/>
          </a:lnRef>
          <a:fillRef idx="1">
            <a:schemeClr val="lt1"/>
          </a:fillRef>
          <a:effectRef idx="0">
            <a:schemeClr val="accent6"/>
          </a:effectRef>
          <a:fontRef idx="minor">
            <a:schemeClr val="dk1"/>
          </a:fontRef>
        </p:style>
        <p:txBody>
          <a:bodyPr wrap="square" lIns="36000" rIns="36000" rtlCol="0">
            <a:spAutoFit/>
          </a:bodyPr>
          <a:lstStyle/>
          <a:p>
            <a:pPr marL="0" marR="0" indent="0" algn="ctr" defTabSz="914400" rtl="0" eaLnBrk="1" fontAlgn="auto" latinLnBrk="0" hangingPunct="1">
              <a:lnSpc>
                <a:spcPct val="100000"/>
              </a:lnSpc>
              <a:spcBef>
                <a:spcPts val="0"/>
              </a:spcBef>
              <a:spcAft>
                <a:spcPts val="0"/>
              </a:spcAft>
              <a:buClrTx/>
              <a:buSzTx/>
              <a:buFontTx/>
              <a:buNone/>
              <a:tabLst/>
            </a:pPr>
            <a:r>
              <a:rPr lang="fr-FR" sz="800" dirty="0">
                <a:solidFill>
                  <a:schemeClr val="bg1">
                    <a:lumMod val="50000"/>
                  </a:schemeClr>
                </a:solidFill>
                <a:latin typeface="Arial" charset="0"/>
                <a:ea typeface="Arial" charset="0"/>
                <a:cs typeface="Arial" charset="0"/>
              </a:rPr>
              <a:t>Si l’icône est rouge,</a:t>
            </a:r>
          </a:p>
          <a:p>
            <a:pPr marL="0" marR="0" indent="0" algn="ctr" defTabSz="914400" rtl="0" eaLnBrk="1" fontAlgn="auto" latinLnBrk="0" hangingPunct="1">
              <a:lnSpc>
                <a:spcPct val="100000"/>
              </a:lnSpc>
              <a:spcBef>
                <a:spcPts val="0"/>
              </a:spcBef>
              <a:spcAft>
                <a:spcPts val="0"/>
              </a:spcAft>
              <a:buClrTx/>
              <a:buSzTx/>
              <a:buFontTx/>
              <a:buNone/>
              <a:tabLst/>
            </a:pPr>
            <a:r>
              <a:rPr lang="fr-FR" sz="800" dirty="0">
                <a:solidFill>
                  <a:schemeClr val="bg1">
                    <a:lumMod val="50000"/>
                  </a:schemeClr>
                </a:solidFill>
                <a:latin typeface="Arial" charset="0"/>
                <a:ea typeface="Arial" charset="0"/>
                <a:cs typeface="Arial" charset="0"/>
              </a:rPr>
              <a:t>un ou plusieurs commentaires</a:t>
            </a:r>
          </a:p>
          <a:p>
            <a:pPr marL="0" marR="0" indent="0" algn="ctr" defTabSz="914400" rtl="0" eaLnBrk="1" fontAlgn="auto" latinLnBrk="0" hangingPunct="1">
              <a:lnSpc>
                <a:spcPct val="100000"/>
              </a:lnSpc>
              <a:spcBef>
                <a:spcPts val="0"/>
              </a:spcBef>
              <a:spcAft>
                <a:spcPts val="0"/>
              </a:spcAft>
              <a:buClrTx/>
              <a:buSzTx/>
              <a:buFontTx/>
              <a:buNone/>
              <a:tabLst/>
            </a:pPr>
            <a:r>
              <a:rPr lang="fr-FR" sz="800" dirty="0">
                <a:solidFill>
                  <a:schemeClr val="bg1">
                    <a:lumMod val="50000"/>
                  </a:schemeClr>
                </a:solidFill>
                <a:latin typeface="Arial" charset="0"/>
                <a:ea typeface="Arial" charset="0"/>
                <a:cs typeface="Arial" charset="0"/>
              </a:rPr>
              <a:t>ont déjà été ajoutés</a:t>
            </a:r>
          </a:p>
        </p:txBody>
      </p:sp>
      <p:pic>
        <p:nvPicPr>
          <p:cNvPr id="17" name="Picture 2" descr="Dessin Animé, Icône, Ampoule, Symbole"/>
          <p:cNvPicPr>
            <a:picLocks noChangeAspect="1" noChangeArrowheads="1"/>
          </p:cNvPicPr>
          <p:nvPr/>
        </p:nvPicPr>
        <p:blipFill>
          <a:blip r:embed="rId9"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585996" y="3200709"/>
            <a:ext cx="360000" cy="380059"/>
          </a:xfrm>
          <a:prstGeom prst="rect">
            <a:avLst/>
          </a:prstGeom>
          <a:noFill/>
          <a:extLst>
            <a:ext uri="{909E8E84-426E-40DD-AFC4-6F175D3DCCD1}">
              <a14:hiddenFill xmlns:a14="http://schemas.microsoft.com/office/drawing/2010/main">
                <a:solidFill>
                  <a:srgbClr val="FFFFFF"/>
                </a:solidFill>
              </a14:hiddenFill>
            </a:ext>
          </a:extLst>
        </p:spPr>
      </p:pic>
      <p:cxnSp>
        <p:nvCxnSpPr>
          <p:cNvPr id="18" name="Connecteur droit 17"/>
          <p:cNvCxnSpPr/>
          <p:nvPr/>
        </p:nvCxnSpPr>
        <p:spPr>
          <a:xfrm flipH="1" flipV="1">
            <a:off x="7137106" y="3748679"/>
            <a:ext cx="906826" cy="394225"/>
          </a:xfrm>
          <a:prstGeom prst="line">
            <a:avLst/>
          </a:prstGeom>
          <a:ln>
            <a:solidFill>
              <a:srgbClr val="F59100"/>
            </a:solidFill>
          </a:ln>
        </p:spPr>
        <p:style>
          <a:lnRef idx="1">
            <a:schemeClr val="accent1"/>
          </a:lnRef>
          <a:fillRef idx="0">
            <a:schemeClr val="accent1"/>
          </a:fillRef>
          <a:effectRef idx="0">
            <a:schemeClr val="accent1"/>
          </a:effectRef>
          <a:fontRef idx="minor">
            <a:schemeClr val="tx1"/>
          </a:fontRef>
        </p:style>
      </p:cxnSp>
      <p:sp>
        <p:nvSpPr>
          <p:cNvPr id="19" name="ZoneTexte 18"/>
          <p:cNvSpPr txBox="1"/>
          <p:nvPr/>
        </p:nvSpPr>
        <p:spPr>
          <a:xfrm>
            <a:off x="4886231" y="5174513"/>
            <a:ext cx="2217881" cy="578882"/>
          </a:xfrm>
          <a:prstGeom prst="roundRect">
            <a:avLst/>
          </a:prstGeom>
          <a:solidFill>
            <a:schemeClr val="accent6">
              <a:lumMod val="20000"/>
              <a:lumOff val="80000"/>
            </a:schemeClr>
          </a:solidFill>
          <a:ln w="6350">
            <a:solidFill>
              <a:srgbClr val="F59100"/>
            </a:solidFill>
          </a:ln>
        </p:spPr>
        <p:style>
          <a:lnRef idx="2">
            <a:schemeClr val="accent6"/>
          </a:lnRef>
          <a:fillRef idx="1">
            <a:schemeClr val="lt1"/>
          </a:fillRef>
          <a:effectRef idx="0">
            <a:schemeClr val="accent6"/>
          </a:effectRef>
          <a:fontRef idx="minor">
            <a:schemeClr val="dk1"/>
          </a:fontRef>
        </p:style>
        <p:txBody>
          <a:bodyPr wrap="square" lIns="36000" rIns="36000" rtlCol="0">
            <a:spAutoFit/>
          </a:bodyPr>
          <a:lstStyle>
            <a:defPPr>
              <a:defRPr lang="fr-FR"/>
            </a:defPPr>
            <a:lvl1pPr marR="0" indent="0" algn="ctr" fontAlgn="auto">
              <a:lnSpc>
                <a:spcPct val="100000"/>
              </a:lnSpc>
              <a:spcBef>
                <a:spcPts val="0"/>
              </a:spcBef>
              <a:spcAft>
                <a:spcPts val="0"/>
              </a:spcAft>
              <a:buClrTx/>
              <a:buSzTx/>
              <a:buFontTx/>
              <a:buNone/>
              <a:tabLst/>
              <a:defRPr sz="800">
                <a:solidFill>
                  <a:schemeClr val="bg1">
                    <a:lumMod val="50000"/>
                  </a:schemeClr>
                </a:solidFill>
                <a:latin typeface="Arial" charset="0"/>
                <a:ea typeface="Arial" charset="0"/>
                <a:cs typeface="Arial" charset="0"/>
              </a:defRPr>
            </a:lvl1pPr>
          </a:lstStyle>
          <a:p>
            <a:endParaRPr lang="fr-FR" sz="400" dirty="0"/>
          </a:p>
          <a:p>
            <a:r>
              <a:rPr lang="fr-FR" dirty="0"/>
              <a:t>Module « Commentaire » : le message doit être précis et envoyé uniquement au(x) destinataire(s) concerné(s)</a:t>
            </a:r>
          </a:p>
        </p:txBody>
      </p:sp>
      <p:pic>
        <p:nvPicPr>
          <p:cNvPr id="20" name="Picture 2" descr="Résultat de recherche d'images pour &quot;attention&quot;"/>
          <p:cNvPicPr>
            <a:picLocks noChangeAspect="1" noChangeArrowheads="1"/>
          </p:cNvPicPr>
          <p:nvPr/>
        </p:nvPicPr>
        <p:blipFill>
          <a:blip r:embed="rId10"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799342" y="5003874"/>
            <a:ext cx="376410" cy="341278"/>
          </a:xfrm>
          <a:prstGeom prst="rect">
            <a:avLst/>
          </a:prstGeom>
          <a:noFill/>
          <a:extLst>
            <a:ext uri="{909E8E84-426E-40DD-AFC4-6F175D3DCCD1}">
              <a14:hiddenFill xmlns:a14="http://schemas.microsoft.com/office/drawing/2010/main">
                <a:solidFill>
                  <a:srgbClr val="FFFFFF"/>
                </a:solidFill>
              </a14:hiddenFill>
            </a:ext>
          </a:extLst>
        </p:spPr>
      </p:pic>
      <p:pic>
        <p:nvPicPr>
          <p:cNvPr id="13" name="Image 12">
            <a:extLst>
              <a:ext uri="{FF2B5EF4-FFF2-40B4-BE49-F238E27FC236}">
                <a16:creationId xmlns:a16="http://schemas.microsoft.com/office/drawing/2014/main" id="{DE5378A9-4C65-0428-3A43-39F79874AE98}"/>
              </a:ext>
            </a:extLst>
          </p:cNvPr>
          <p:cNvPicPr>
            <a:picLocks noChangeAspect="1"/>
          </p:cNvPicPr>
          <p:nvPr/>
        </p:nvPicPr>
        <p:blipFill>
          <a:blip r:embed="rId11"/>
          <a:stretch>
            <a:fillRect/>
          </a:stretch>
        </p:blipFill>
        <p:spPr>
          <a:xfrm rot="10564624">
            <a:off x="7590240" y="1172294"/>
            <a:ext cx="957661" cy="989163"/>
          </a:xfrm>
          <a:prstGeom prst="rect">
            <a:avLst/>
          </a:prstGeom>
        </p:spPr>
      </p:pic>
      <p:pic>
        <p:nvPicPr>
          <p:cNvPr id="2" name="Image 1">
            <a:extLst>
              <a:ext uri="{FF2B5EF4-FFF2-40B4-BE49-F238E27FC236}">
                <a16:creationId xmlns:a16="http://schemas.microsoft.com/office/drawing/2014/main" id="{AC4547D7-59DB-782F-A16B-CAD8008887EC}"/>
              </a:ext>
            </a:extLst>
          </p:cNvPr>
          <p:cNvPicPr>
            <a:picLocks noChangeAspect="1"/>
          </p:cNvPicPr>
          <p:nvPr/>
        </p:nvPicPr>
        <p:blipFill>
          <a:blip r:embed="rId12"/>
          <a:stretch>
            <a:fillRect/>
          </a:stretch>
        </p:blipFill>
        <p:spPr>
          <a:xfrm>
            <a:off x="7712907" y="5089654"/>
            <a:ext cx="426757" cy="390178"/>
          </a:xfrm>
          <a:prstGeom prst="rect">
            <a:avLst/>
          </a:prstGeom>
        </p:spPr>
      </p:pic>
    </p:spTree>
    <p:extLst>
      <p:ext uri="{BB962C8B-B14F-4D97-AF65-F5344CB8AC3E}">
        <p14:creationId xmlns:p14="http://schemas.microsoft.com/office/powerpoint/2010/main" val="3023486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421D89DB-1726-1B39-377C-44482788F386}"/>
              </a:ext>
            </a:extLst>
          </p:cNvPr>
          <p:cNvPicPr>
            <a:picLocks noChangeAspect="1"/>
          </p:cNvPicPr>
          <p:nvPr/>
        </p:nvPicPr>
        <p:blipFill>
          <a:blip r:embed="rId3"/>
          <a:stretch>
            <a:fillRect/>
          </a:stretch>
        </p:blipFill>
        <p:spPr>
          <a:xfrm>
            <a:off x="79414" y="963589"/>
            <a:ext cx="8306203" cy="4676687"/>
          </a:xfrm>
          <a:prstGeom prst="rect">
            <a:avLst/>
          </a:prstGeom>
        </p:spPr>
      </p:pic>
      <p:sp>
        <p:nvSpPr>
          <p:cNvPr id="32" name="Espace réservé du texte 31"/>
          <p:cNvSpPr>
            <a:spLocks noGrp="1"/>
          </p:cNvSpPr>
          <p:nvPr>
            <p:ph type="body" sz="quarter" idx="13"/>
          </p:nvPr>
        </p:nvSpPr>
        <p:spPr/>
        <p:txBody>
          <a:bodyPr>
            <a:normAutofit/>
          </a:bodyPr>
          <a:lstStyle/>
          <a:p>
            <a:r>
              <a:rPr lang="fr-FR" b="0" dirty="0"/>
              <a:t>Etape 2 :</a:t>
            </a:r>
          </a:p>
          <a:p>
            <a:r>
              <a:rPr lang="fr-FR" sz="2000" dirty="0"/>
              <a:t>Consultation des dossiers </a:t>
            </a:r>
          </a:p>
        </p:txBody>
      </p:sp>
      <p:sp>
        <p:nvSpPr>
          <p:cNvPr id="35" name="Espace réservé du texte 34"/>
          <p:cNvSpPr>
            <a:spLocks noGrp="1"/>
          </p:cNvSpPr>
          <p:nvPr>
            <p:ph type="body" sz="quarter" idx="15"/>
          </p:nvPr>
        </p:nvSpPr>
        <p:spPr>
          <a:xfrm>
            <a:off x="8760296" y="2967134"/>
            <a:ext cx="3155768" cy="3342185"/>
          </a:xfrm>
        </p:spPr>
        <p:txBody>
          <a:bodyPr>
            <a:noAutofit/>
          </a:bodyPr>
          <a:lstStyle/>
          <a:p>
            <a:pPr algn="just">
              <a:spcBef>
                <a:spcPts val="0"/>
              </a:spcBef>
              <a:spcAft>
                <a:spcPts val="1200"/>
              </a:spcAft>
            </a:pPr>
            <a:r>
              <a:rPr lang="fr-FR" sz="1000" b="1" dirty="0"/>
              <a:t>La colonne « Statut » renseigne sur l’état d’avancement des dossiers. </a:t>
            </a:r>
          </a:p>
          <a:p>
            <a:pPr algn="just">
              <a:spcBef>
                <a:spcPts val="0"/>
              </a:spcBef>
              <a:spcAft>
                <a:spcPts val="1200"/>
              </a:spcAft>
            </a:pPr>
            <a:r>
              <a:rPr lang="fr-FR" sz="1000" b="1" dirty="0"/>
              <a:t>L’icône   permet de connaître les éventuels motifs de blocage d’un dossier (incomplétude, non-conformité…).</a:t>
            </a:r>
          </a:p>
          <a:p>
            <a:pPr algn="just">
              <a:spcBef>
                <a:spcPts val="0"/>
              </a:spcBef>
              <a:spcAft>
                <a:spcPts val="1200"/>
              </a:spcAft>
            </a:pPr>
            <a:endParaRPr lang="fr-FR" sz="1000" b="1" dirty="0"/>
          </a:p>
          <a:p>
            <a:pPr algn="just">
              <a:spcBef>
                <a:spcPts val="0"/>
              </a:spcBef>
              <a:spcAft>
                <a:spcPts val="1200"/>
              </a:spcAft>
            </a:pPr>
            <a:r>
              <a:rPr lang="fr-FR" sz="1000" b="1" dirty="0"/>
              <a:t>En cas d’incomplétude, </a:t>
            </a:r>
            <a:r>
              <a:rPr lang="fr-FR" sz="1000" dirty="0"/>
              <a:t>le bénéficiaire reçoit un mail automatique lui indiquant le (ou les) document(s) manquant(s).</a:t>
            </a:r>
          </a:p>
          <a:p>
            <a:pPr algn="just">
              <a:spcBef>
                <a:spcPts val="0"/>
              </a:spcBef>
              <a:spcAft>
                <a:spcPts val="1200"/>
              </a:spcAft>
            </a:pPr>
            <a:r>
              <a:rPr lang="fr-FR" sz="1000" b="1" dirty="0"/>
              <a:t>En cas de non-conformité, </a:t>
            </a:r>
            <a:r>
              <a:rPr lang="fr-FR" sz="1000" dirty="0"/>
              <a:t>je suis le seul à en être informé par mail automatique. Il m’appartient donc de faire le nécessaire auprès du particulier pour y remédier ou d’envoyer un commentaire à Prestataire Instruction/Région Instruction pour apporter des précisions complémentaires. </a:t>
            </a:r>
          </a:p>
        </p:txBody>
      </p:sp>
      <p:pic>
        <p:nvPicPr>
          <p:cNvPr id="3074" name="Picture 2" descr="https://cheque-eco-energie-normandie.up-gestion.com/sites/all/modules/custom/block_sub_header_image/images/front_header_logo_ec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22683" y="0"/>
            <a:ext cx="1905000" cy="1666875"/>
          </a:xfrm>
          <a:prstGeom prst="rect">
            <a:avLst/>
          </a:prstGeom>
          <a:noFill/>
          <a:extLst>
            <a:ext uri="{909E8E84-426E-40DD-AFC4-6F175D3DCCD1}">
              <a14:hiddenFill xmlns:a14="http://schemas.microsoft.com/office/drawing/2010/main">
                <a:solidFill>
                  <a:srgbClr val="FFFFFF"/>
                </a:solidFill>
              </a14:hiddenFill>
            </a:ext>
          </a:extLst>
        </p:spPr>
      </p:pic>
      <p:pic>
        <p:nvPicPr>
          <p:cNvPr id="3" name="Image 2">
            <a:extLst>
              <a:ext uri="{FF2B5EF4-FFF2-40B4-BE49-F238E27FC236}">
                <a16:creationId xmlns:a16="http://schemas.microsoft.com/office/drawing/2014/main" id="{18D5D563-2DDB-5AE5-CECB-C7E7B602A0D9}"/>
              </a:ext>
            </a:extLst>
          </p:cNvPr>
          <p:cNvPicPr>
            <a:picLocks noChangeAspect="1"/>
          </p:cNvPicPr>
          <p:nvPr/>
        </p:nvPicPr>
        <p:blipFill>
          <a:blip r:embed="rId5"/>
          <a:stretch>
            <a:fillRect/>
          </a:stretch>
        </p:blipFill>
        <p:spPr>
          <a:xfrm>
            <a:off x="9347007" y="3410309"/>
            <a:ext cx="205377" cy="234715"/>
          </a:xfrm>
          <a:prstGeom prst="rect">
            <a:avLst/>
          </a:prstGeom>
        </p:spPr>
      </p:pic>
      <p:pic>
        <p:nvPicPr>
          <p:cNvPr id="10" name="Picture 2" descr="http://www.cameleonproprete.com/files/fi5c-76pih5wq5ior-junzx.gif"/>
          <p:cNvPicPr>
            <a:picLocks noChangeAspect="1" noChangeArrowheads="1"/>
          </p:cNvPicPr>
          <p:nvPr/>
        </p:nvPicPr>
        <p:blipFill>
          <a:blip r:embed="rId6" cstate="print">
            <a:duotone>
              <a:prstClr val="black"/>
              <a:schemeClr val="accent5">
                <a:tint val="45000"/>
                <a:satMod val="400000"/>
              </a:schemeClr>
            </a:duotone>
            <a:extLst>
              <a:ext uri="{28A0092B-C50C-407E-A947-70E740481C1C}">
                <a14:useLocalDpi xmlns:a14="http://schemas.microsoft.com/office/drawing/2010/main" val="0"/>
              </a:ext>
            </a:extLst>
          </a:blip>
          <a:srcRect/>
          <a:stretch>
            <a:fillRect/>
          </a:stretch>
        </p:blipFill>
        <p:spPr bwMode="auto">
          <a:xfrm rot="12350185" flipH="1" flipV="1">
            <a:off x="3774226" y="3741623"/>
            <a:ext cx="360000" cy="401087"/>
          </a:xfrm>
          <a:prstGeom prst="rect">
            <a:avLst/>
          </a:prstGeom>
          <a:noFill/>
          <a:extLst>
            <a:ext uri="{909E8E84-426E-40DD-AFC4-6F175D3DCCD1}">
              <a14:hiddenFill xmlns:a14="http://schemas.microsoft.com/office/drawing/2010/main">
                <a:solidFill>
                  <a:srgbClr val="FFFFFF"/>
                </a:solidFill>
              </a14:hiddenFill>
            </a:ext>
          </a:extLst>
        </p:spPr>
      </p:pic>
      <p:pic>
        <p:nvPicPr>
          <p:cNvPr id="2" name="Image 1">
            <a:extLst>
              <a:ext uri="{FF2B5EF4-FFF2-40B4-BE49-F238E27FC236}">
                <a16:creationId xmlns:a16="http://schemas.microsoft.com/office/drawing/2014/main" id="{024B8574-3EE1-C7C3-61AC-90889C0DF5E2}"/>
              </a:ext>
            </a:extLst>
          </p:cNvPr>
          <p:cNvPicPr>
            <a:picLocks noChangeAspect="1"/>
          </p:cNvPicPr>
          <p:nvPr/>
        </p:nvPicPr>
        <p:blipFill>
          <a:blip r:embed="rId7"/>
          <a:stretch>
            <a:fillRect/>
          </a:stretch>
        </p:blipFill>
        <p:spPr>
          <a:xfrm>
            <a:off x="2962632" y="1189360"/>
            <a:ext cx="1030313" cy="1054699"/>
          </a:xfrm>
          <a:prstGeom prst="rect">
            <a:avLst/>
          </a:prstGeom>
        </p:spPr>
      </p:pic>
    </p:spTree>
    <p:extLst>
      <p:ext uri="{BB962C8B-B14F-4D97-AF65-F5344CB8AC3E}">
        <p14:creationId xmlns:p14="http://schemas.microsoft.com/office/powerpoint/2010/main" val="26076151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A619FF49-18E7-E3DE-F717-1AA07E546438}"/>
              </a:ext>
            </a:extLst>
          </p:cNvPr>
          <p:cNvPicPr>
            <a:picLocks noChangeAspect="1"/>
          </p:cNvPicPr>
          <p:nvPr/>
        </p:nvPicPr>
        <p:blipFill>
          <a:blip r:embed="rId3"/>
          <a:stretch>
            <a:fillRect/>
          </a:stretch>
        </p:blipFill>
        <p:spPr>
          <a:xfrm>
            <a:off x="96661" y="233497"/>
            <a:ext cx="8306203" cy="4676687"/>
          </a:xfrm>
          <a:prstGeom prst="rect">
            <a:avLst/>
          </a:prstGeom>
        </p:spPr>
      </p:pic>
      <p:sp>
        <p:nvSpPr>
          <p:cNvPr id="32" name="Espace réservé du texte 31"/>
          <p:cNvSpPr>
            <a:spLocks noGrp="1"/>
          </p:cNvSpPr>
          <p:nvPr>
            <p:ph type="body" sz="quarter" idx="13"/>
          </p:nvPr>
        </p:nvSpPr>
        <p:spPr/>
        <p:txBody>
          <a:bodyPr>
            <a:normAutofit/>
          </a:bodyPr>
          <a:lstStyle/>
          <a:p>
            <a:r>
              <a:rPr lang="fr-FR" b="0" dirty="0"/>
              <a:t>Etape 2 :</a:t>
            </a:r>
          </a:p>
          <a:p>
            <a:r>
              <a:rPr lang="fr-FR" sz="2000" dirty="0"/>
              <a:t>Consultation des dossiers </a:t>
            </a:r>
          </a:p>
        </p:txBody>
      </p:sp>
      <p:sp>
        <p:nvSpPr>
          <p:cNvPr id="35" name="Espace réservé du texte 34"/>
          <p:cNvSpPr>
            <a:spLocks noGrp="1"/>
          </p:cNvSpPr>
          <p:nvPr>
            <p:ph type="body" sz="quarter" idx="15"/>
          </p:nvPr>
        </p:nvSpPr>
        <p:spPr>
          <a:xfrm>
            <a:off x="8760296" y="2967134"/>
            <a:ext cx="3155768" cy="3342185"/>
          </a:xfrm>
        </p:spPr>
        <p:txBody>
          <a:bodyPr>
            <a:noAutofit/>
          </a:bodyPr>
          <a:lstStyle/>
          <a:p>
            <a:pPr algn="just">
              <a:spcBef>
                <a:spcPts val="0"/>
              </a:spcBef>
              <a:spcAft>
                <a:spcPts val="1200"/>
              </a:spcAft>
            </a:pPr>
            <a:r>
              <a:rPr lang="fr-FR" sz="1000" dirty="0"/>
              <a:t>Pour consulter un dossier, je sélectionne </a:t>
            </a:r>
            <a:r>
              <a:rPr lang="fr-FR" sz="1000" b="1" dirty="0">
                <a:solidFill>
                  <a:srgbClr val="0070C0"/>
                </a:solidFill>
              </a:rPr>
              <a:t>le lien cliquable </a:t>
            </a:r>
            <a:r>
              <a:rPr lang="fr-FR" sz="1000" dirty="0"/>
              <a:t>correspondant à la thématique de celui-ci.</a:t>
            </a:r>
          </a:p>
          <a:p>
            <a:pPr algn="just">
              <a:spcBef>
                <a:spcPts val="0"/>
              </a:spcBef>
              <a:spcAft>
                <a:spcPts val="1200"/>
              </a:spcAft>
            </a:pPr>
            <a:r>
              <a:rPr lang="fr-FR" sz="1000" dirty="0"/>
              <a:t>J’accède ensuite à différents onglets :</a:t>
            </a:r>
          </a:p>
          <a:p>
            <a:pPr marL="387450" indent="-171450" algn="just">
              <a:spcBef>
                <a:spcPts val="0"/>
              </a:spcBef>
              <a:spcAft>
                <a:spcPts val="400"/>
              </a:spcAft>
              <a:buFont typeface="Wingdings" panose="05000000000000000000" pitchFamily="2" charset="2"/>
              <a:buChar char="§"/>
            </a:pPr>
            <a:r>
              <a:rPr lang="fr-FR" sz="1000" b="1" dirty="0"/>
              <a:t>Bénéficiaire : </a:t>
            </a:r>
            <a:r>
              <a:rPr lang="fr-FR" sz="1000" dirty="0"/>
              <a:t>Informations personnelles liées au bénéficiaire, notamment son adresse actuelle et ses coordonnées pour le contacter (c’est à cette adresse postale que sera envoyé le chèque éco-énergie).</a:t>
            </a:r>
          </a:p>
          <a:p>
            <a:pPr marL="216000" algn="just">
              <a:spcBef>
                <a:spcPts val="0"/>
              </a:spcBef>
              <a:spcAft>
                <a:spcPts val="400"/>
              </a:spcAft>
            </a:pPr>
            <a:endParaRPr lang="fr-FR" sz="600" dirty="0"/>
          </a:p>
          <a:p>
            <a:pPr marL="387450" indent="-171450" algn="just">
              <a:spcBef>
                <a:spcPts val="0"/>
              </a:spcBef>
              <a:spcAft>
                <a:spcPts val="400"/>
              </a:spcAft>
              <a:buFont typeface="Wingdings" panose="05000000000000000000" pitchFamily="2" charset="2"/>
              <a:buChar char="§"/>
            </a:pPr>
            <a:r>
              <a:rPr lang="fr-FR" sz="1000" b="1" dirty="0"/>
              <a:t>Logement</a:t>
            </a:r>
            <a:r>
              <a:rPr lang="fr-FR" sz="1000" dirty="0"/>
              <a:t> </a:t>
            </a:r>
            <a:r>
              <a:rPr lang="fr-FR" sz="1000" b="1" dirty="0"/>
              <a:t>:</a:t>
            </a:r>
            <a:r>
              <a:rPr lang="fr-FR" sz="1000" dirty="0"/>
              <a:t> Informations liées à la maison à rénover.</a:t>
            </a:r>
          </a:p>
          <a:p>
            <a:pPr marL="216000" algn="just">
              <a:spcBef>
                <a:spcPts val="0"/>
              </a:spcBef>
              <a:spcAft>
                <a:spcPts val="400"/>
              </a:spcAft>
            </a:pPr>
            <a:endParaRPr lang="fr-FR" sz="1000" dirty="0"/>
          </a:p>
        </p:txBody>
      </p:sp>
      <p:pic>
        <p:nvPicPr>
          <p:cNvPr id="3074" name="Picture 2" descr="https://cheque-eco-energie-normandie.up-gestion.com/sites/all/modules/custom/block_sub_header_image/images/front_header_logo_ec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22683" y="0"/>
            <a:ext cx="1905000" cy="1666875"/>
          </a:xfrm>
          <a:prstGeom prst="rect">
            <a:avLst/>
          </a:prstGeom>
          <a:noFill/>
          <a:extLst>
            <a:ext uri="{909E8E84-426E-40DD-AFC4-6F175D3DCCD1}">
              <a14:hiddenFill xmlns:a14="http://schemas.microsoft.com/office/drawing/2010/main">
                <a:solidFill>
                  <a:srgbClr val="FFFFFF"/>
                </a:solidFill>
              </a14:hiddenFill>
            </a:ext>
          </a:extLst>
        </p:spPr>
      </p:pic>
      <p:pic>
        <p:nvPicPr>
          <p:cNvPr id="15" name="Image 14">
            <a:extLst>
              <a:ext uri="{FF2B5EF4-FFF2-40B4-BE49-F238E27FC236}">
                <a16:creationId xmlns:a16="http://schemas.microsoft.com/office/drawing/2014/main" id="{30F2E857-F420-C98A-3CA4-9413AF098C53}"/>
              </a:ext>
            </a:extLst>
          </p:cNvPr>
          <p:cNvPicPr>
            <a:picLocks noChangeAspect="1"/>
          </p:cNvPicPr>
          <p:nvPr/>
        </p:nvPicPr>
        <p:blipFill>
          <a:blip r:embed="rId5"/>
          <a:stretch>
            <a:fillRect/>
          </a:stretch>
        </p:blipFill>
        <p:spPr>
          <a:xfrm>
            <a:off x="216550" y="3958623"/>
            <a:ext cx="3729710" cy="1918649"/>
          </a:xfrm>
          <a:prstGeom prst="rect">
            <a:avLst/>
          </a:prstGeom>
        </p:spPr>
      </p:pic>
      <p:pic>
        <p:nvPicPr>
          <p:cNvPr id="18" name="Image 17">
            <a:extLst>
              <a:ext uri="{FF2B5EF4-FFF2-40B4-BE49-F238E27FC236}">
                <a16:creationId xmlns:a16="http://schemas.microsoft.com/office/drawing/2014/main" id="{8E08AF82-E2EA-7FBF-B120-BA5012FCD5F0}"/>
              </a:ext>
            </a:extLst>
          </p:cNvPr>
          <p:cNvPicPr>
            <a:picLocks noChangeAspect="1"/>
          </p:cNvPicPr>
          <p:nvPr/>
        </p:nvPicPr>
        <p:blipFill>
          <a:blip r:embed="rId6"/>
          <a:stretch>
            <a:fillRect/>
          </a:stretch>
        </p:blipFill>
        <p:spPr>
          <a:xfrm>
            <a:off x="4095656" y="3928735"/>
            <a:ext cx="4350343" cy="2844867"/>
          </a:xfrm>
          <a:prstGeom prst="rect">
            <a:avLst/>
          </a:prstGeom>
        </p:spPr>
      </p:pic>
      <p:pic>
        <p:nvPicPr>
          <p:cNvPr id="4" name="Image 3">
            <a:extLst>
              <a:ext uri="{FF2B5EF4-FFF2-40B4-BE49-F238E27FC236}">
                <a16:creationId xmlns:a16="http://schemas.microsoft.com/office/drawing/2014/main" id="{E0FCF7F4-60FD-DFEC-6586-2C04A9180442}"/>
              </a:ext>
            </a:extLst>
          </p:cNvPr>
          <p:cNvPicPr>
            <a:picLocks noChangeAspect="1"/>
          </p:cNvPicPr>
          <p:nvPr/>
        </p:nvPicPr>
        <p:blipFill>
          <a:blip r:embed="rId7"/>
          <a:stretch>
            <a:fillRect/>
          </a:stretch>
        </p:blipFill>
        <p:spPr>
          <a:xfrm>
            <a:off x="915050" y="4092026"/>
            <a:ext cx="951058" cy="932769"/>
          </a:xfrm>
          <a:prstGeom prst="rect">
            <a:avLst/>
          </a:prstGeom>
        </p:spPr>
      </p:pic>
      <p:pic>
        <p:nvPicPr>
          <p:cNvPr id="5" name="Image 4">
            <a:extLst>
              <a:ext uri="{FF2B5EF4-FFF2-40B4-BE49-F238E27FC236}">
                <a16:creationId xmlns:a16="http://schemas.microsoft.com/office/drawing/2014/main" id="{C4A65A85-077B-64E3-332E-815C1FD54FA9}"/>
              </a:ext>
            </a:extLst>
          </p:cNvPr>
          <p:cNvPicPr>
            <a:picLocks noChangeAspect="1"/>
          </p:cNvPicPr>
          <p:nvPr/>
        </p:nvPicPr>
        <p:blipFill>
          <a:blip r:embed="rId7"/>
          <a:stretch>
            <a:fillRect/>
          </a:stretch>
        </p:blipFill>
        <p:spPr>
          <a:xfrm>
            <a:off x="5211278" y="3971803"/>
            <a:ext cx="951058" cy="932769"/>
          </a:xfrm>
          <a:prstGeom prst="rect">
            <a:avLst/>
          </a:prstGeom>
        </p:spPr>
      </p:pic>
      <p:pic>
        <p:nvPicPr>
          <p:cNvPr id="2" name="Image 1">
            <a:extLst>
              <a:ext uri="{FF2B5EF4-FFF2-40B4-BE49-F238E27FC236}">
                <a16:creationId xmlns:a16="http://schemas.microsoft.com/office/drawing/2014/main" id="{85CF2AC6-E3FC-7FBB-FD08-09DB83B64D95}"/>
              </a:ext>
            </a:extLst>
          </p:cNvPr>
          <p:cNvPicPr>
            <a:picLocks noChangeAspect="1"/>
          </p:cNvPicPr>
          <p:nvPr/>
        </p:nvPicPr>
        <p:blipFill>
          <a:blip r:embed="rId8"/>
          <a:stretch>
            <a:fillRect/>
          </a:stretch>
        </p:blipFill>
        <p:spPr>
          <a:xfrm>
            <a:off x="310089" y="1900971"/>
            <a:ext cx="426757" cy="390178"/>
          </a:xfrm>
          <a:prstGeom prst="rect">
            <a:avLst/>
          </a:prstGeom>
        </p:spPr>
      </p:pic>
    </p:spTree>
    <p:extLst>
      <p:ext uri="{BB962C8B-B14F-4D97-AF65-F5344CB8AC3E}">
        <p14:creationId xmlns:p14="http://schemas.microsoft.com/office/powerpoint/2010/main" val="16586103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Image 14">
            <a:extLst>
              <a:ext uri="{FF2B5EF4-FFF2-40B4-BE49-F238E27FC236}">
                <a16:creationId xmlns:a16="http://schemas.microsoft.com/office/drawing/2014/main" id="{1323C69C-E24D-60FA-5B8D-859D47ACB2E7}"/>
              </a:ext>
            </a:extLst>
          </p:cNvPr>
          <p:cNvPicPr>
            <a:picLocks noChangeAspect="1"/>
          </p:cNvPicPr>
          <p:nvPr/>
        </p:nvPicPr>
        <p:blipFill>
          <a:blip r:embed="rId3"/>
          <a:stretch>
            <a:fillRect/>
          </a:stretch>
        </p:blipFill>
        <p:spPr>
          <a:xfrm>
            <a:off x="690337" y="194585"/>
            <a:ext cx="7218751" cy="3104247"/>
          </a:xfrm>
          <a:prstGeom prst="rect">
            <a:avLst/>
          </a:prstGeom>
        </p:spPr>
      </p:pic>
      <p:pic>
        <p:nvPicPr>
          <p:cNvPr id="13" name="Image 12">
            <a:extLst>
              <a:ext uri="{FF2B5EF4-FFF2-40B4-BE49-F238E27FC236}">
                <a16:creationId xmlns:a16="http://schemas.microsoft.com/office/drawing/2014/main" id="{0C8FEFAD-7D57-BC96-6BD1-813C9338DAB6}"/>
              </a:ext>
            </a:extLst>
          </p:cNvPr>
          <p:cNvPicPr>
            <a:picLocks noChangeAspect="1"/>
          </p:cNvPicPr>
          <p:nvPr/>
        </p:nvPicPr>
        <p:blipFill>
          <a:blip r:embed="rId4"/>
          <a:stretch>
            <a:fillRect/>
          </a:stretch>
        </p:blipFill>
        <p:spPr>
          <a:xfrm>
            <a:off x="686045" y="3559168"/>
            <a:ext cx="7223043" cy="2568329"/>
          </a:xfrm>
          <a:prstGeom prst="rect">
            <a:avLst/>
          </a:prstGeom>
        </p:spPr>
      </p:pic>
      <p:sp>
        <p:nvSpPr>
          <p:cNvPr id="32" name="Espace réservé du texte 31"/>
          <p:cNvSpPr>
            <a:spLocks noGrp="1"/>
          </p:cNvSpPr>
          <p:nvPr>
            <p:ph type="body" sz="quarter" idx="13"/>
          </p:nvPr>
        </p:nvSpPr>
        <p:spPr/>
        <p:txBody>
          <a:bodyPr>
            <a:normAutofit/>
          </a:bodyPr>
          <a:lstStyle/>
          <a:p>
            <a:r>
              <a:rPr lang="fr-FR" b="0" dirty="0"/>
              <a:t>Etape 2 :</a:t>
            </a:r>
          </a:p>
          <a:p>
            <a:r>
              <a:rPr lang="fr-FR" sz="2000" dirty="0"/>
              <a:t>Consultation des dossiers </a:t>
            </a:r>
          </a:p>
        </p:txBody>
      </p:sp>
      <p:sp>
        <p:nvSpPr>
          <p:cNvPr id="35" name="Espace réservé du texte 34"/>
          <p:cNvSpPr>
            <a:spLocks noGrp="1"/>
          </p:cNvSpPr>
          <p:nvPr>
            <p:ph type="body" sz="quarter" idx="15"/>
          </p:nvPr>
        </p:nvSpPr>
        <p:spPr>
          <a:xfrm>
            <a:off x="8760296" y="2967134"/>
            <a:ext cx="3155768" cy="3342185"/>
          </a:xfrm>
        </p:spPr>
        <p:txBody>
          <a:bodyPr>
            <a:noAutofit/>
          </a:bodyPr>
          <a:lstStyle/>
          <a:p>
            <a:pPr marL="387450" indent="-171450" algn="just">
              <a:spcBef>
                <a:spcPts val="0"/>
              </a:spcBef>
              <a:spcAft>
                <a:spcPts val="400"/>
              </a:spcAft>
              <a:buFont typeface="Wingdings" panose="05000000000000000000" pitchFamily="2" charset="2"/>
              <a:buChar char="§"/>
            </a:pPr>
            <a:r>
              <a:rPr lang="fr-FR" sz="1000" b="1" dirty="0"/>
              <a:t>Demande : </a:t>
            </a:r>
            <a:r>
              <a:rPr lang="fr-FR" sz="1000" dirty="0"/>
              <a:t>Accès aux justificatifs administratifs (justificatif de propriété, avis d’imposition) liés à la demande d’aide.</a:t>
            </a:r>
          </a:p>
          <a:p>
            <a:pPr marL="216000" algn="just">
              <a:spcBef>
                <a:spcPts val="0"/>
              </a:spcBef>
              <a:spcAft>
                <a:spcPts val="400"/>
              </a:spcAft>
            </a:pPr>
            <a:endParaRPr lang="fr-FR" sz="600" dirty="0"/>
          </a:p>
          <a:p>
            <a:pPr marL="387450" indent="-171450" algn="just">
              <a:spcBef>
                <a:spcPts val="0"/>
              </a:spcBef>
              <a:spcAft>
                <a:spcPts val="400"/>
              </a:spcAft>
              <a:buFont typeface="Wingdings" panose="05000000000000000000" pitchFamily="2" charset="2"/>
              <a:buChar char="§"/>
            </a:pPr>
            <a:r>
              <a:rPr lang="fr-FR" sz="1000" b="1" dirty="0"/>
              <a:t>Devis :</a:t>
            </a:r>
            <a:r>
              <a:rPr lang="fr-FR" sz="1000" dirty="0"/>
              <a:t> Accès aux justificatifs techniques (audit national ou audit Région + devis), au type de chèque et au plan de financement.</a:t>
            </a:r>
          </a:p>
        </p:txBody>
      </p:sp>
      <p:pic>
        <p:nvPicPr>
          <p:cNvPr id="3074" name="Picture 2" descr="https://cheque-eco-energie-normandie.up-gestion.com/sites/all/modules/custom/block_sub_header_image/images/front_header_logo_eco.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22683" y="0"/>
            <a:ext cx="1905000" cy="166687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http://www.cameleonproprete.com/files/fi5c-76pih5wq5ior-junzx.gif">
            <a:extLst>
              <a:ext uri="{FF2B5EF4-FFF2-40B4-BE49-F238E27FC236}">
                <a16:creationId xmlns:a16="http://schemas.microsoft.com/office/drawing/2014/main" id="{FA8BDEDC-D726-A10B-8270-6CB48DF25C35}"/>
              </a:ext>
            </a:extLst>
          </p:cNvPr>
          <p:cNvPicPr>
            <a:picLocks noChangeAspect="1" noChangeArrowheads="1"/>
          </p:cNvPicPr>
          <p:nvPr/>
        </p:nvPicPr>
        <p:blipFill>
          <a:blip r:embed="rId6"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rot="3560247" flipV="1">
            <a:off x="3108583" y="3419272"/>
            <a:ext cx="646244" cy="7200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http://www.cameleonproprete.com/files/fi5c-76pih5wq5ior-junzx.gif"/>
          <p:cNvPicPr>
            <a:picLocks noChangeAspect="1" noChangeArrowheads="1"/>
          </p:cNvPicPr>
          <p:nvPr/>
        </p:nvPicPr>
        <p:blipFill>
          <a:blip r:embed="rId6"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rot="3560247" flipV="1">
            <a:off x="2706328" y="88998"/>
            <a:ext cx="646244" cy="720000"/>
          </a:xfrm>
          <a:prstGeom prst="rect">
            <a:avLst/>
          </a:prstGeom>
          <a:noFill/>
          <a:extLst>
            <a:ext uri="{909E8E84-426E-40DD-AFC4-6F175D3DCCD1}">
              <a14:hiddenFill xmlns:a14="http://schemas.microsoft.com/office/drawing/2010/main">
                <a:solidFill>
                  <a:srgbClr val="FFFFFF"/>
                </a:solidFill>
              </a14:hiddenFill>
            </a:ext>
          </a:extLst>
        </p:spPr>
      </p:pic>
      <p:sp>
        <p:nvSpPr>
          <p:cNvPr id="25" name="ZoneTexte 24"/>
          <p:cNvSpPr txBox="1"/>
          <p:nvPr/>
        </p:nvSpPr>
        <p:spPr>
          <a:xfrm>
            <a:off x="5757626" y="929654"/>
            <a:ext cx="936104" cy="783193"/>
          </a:xfrm>
          <a:prstGeom prst="roundRect">
            <a:avLst/>
          </a:prstGeom>
          <a:solidFill>
            <a:schemeClr val="accent6">
              <a:lumMod val="20000"/>
              <a:lumOff val="80000"/>
            </a:schemeClr>
          </a:solidFill>
          <a:ln w="6350">
            <a:solidFill>
              <a:srgbClr val="F59100"/>
            </a:solidFill>
          </a:ln>
        </p:spPr>
        <p:style>
          <a:lnRef idx="2">
            <a:schemeClr val="accent6"/>
          </a:lnRef>
          <a:fillRef idx="1">
            <a:schemeClr val="lt1"/>
          </a:fillRef>
          <a:effectRef idx="0">
            <a:schemeClr val="accent6"/>
          </a:effectRef>
          <a:fontRef idx="minor">
            <a:schemeClr val="dk1"/>
          </a:fontRef>
        </p:style>
        <p:txBody>
          <a:bodyPr wrap="square" lIns="36000" rIns="36000" rtlCol="0">
            <a:spAutoFit/>
          </a:bodyPr>
          <a:lstStyle/>
          <a:p>
            <a:pPr marL="0" marR="0" indent="0" algn="ctr" defTabSz="914400" rtl="0" eaLnBrk="1" fontAlgn="auto" latinLnBrk="0" hangingPunct="1">
              <a:lnSpc>
                <a:spcPct val="100000"/>
              </a:lnSpc>
              <a:spcBef>
                <a:spcPts val="0"/>
              </a:spcBef>
              <a:spcAft>
                <a:spcPts val="0"/>
              </a:spcAft>
              <a:buClrTx/>
              <a:buSzTx/>
              <a:buFontTx/>
              <a:buNone/>
              <a:tabLst/>
            </a:pPr>
            <a:r>
              <a:rPr lang="fr-FR" sz="800" dirty="0">
                <a:solidFill>
                  <a:schemeClr val="bg1">
                    <a:lumMod val="50000"/>
                  </a:schemeClr>
                </a:solidFill>
                <a:latin typeface="Arial" charset="0"/>
                <a:ea typeface="Arial" charset="0"/>
                <a:cs typeface="Arial" charset="0"/>
              </a:rPr>
              <a:t>Je peux consulter les pièces justificatives téléchargées</a:t>
            </a:r>
            <a:endParaRPr lang="fr-FR" sz="800" b="0" i="0" kern="1200" dirty="0">
              <a:solidFill>
                <a:schemeClr val="bg1">
                  <a:lumMod val="50000"/>
                </a:schemeClr>
              </a:solidFill>
              <a:effectLst/>
              <a:latin typeface="Arial" charset="0"/>
              <a:ea typeface="Arial" charset="0"/>
              <a:cs typeface="Arial" charset="0"/>
            </a:endParaRPr>
          </a:p>
        </p:txBody>
      </p:sp>
      <p:pic>
        <p:nvPicPr>
          <p:cNvPr id="26" name="Picture 2" descr="Dessin Animé, Icône, Ampoule, Symbole"/>
          <p:cNvPicPr>
            <a:picLocks noChangeAspect="1" noChangeArrowheads="1"/>
          </p:cNvPicPr>
          <p:nvPr/>
        </p:nvPicPr>
        <p:blipFill>
          <a:blip r:embed="rId7"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507117" y="686364"/>
            <a:ext cx="360000" cy="380059"/>
          </a:xfrm>
          <a:prstGeom prst="rect">
            <a:avLst/>
          </a:prstGeom>
          <a:noFill/>
          <a:extLst>
            <a:ext uri="{909E8E84-426E-40DD-AFC4-6F175D3DCCD1}">
              <a14:hiddenFill xmlns:a14="http://schemas.microsoft.com/office/drawing/2010/main">
                <a:solidFill>
                  <a:srgbClr val="FFFFFF"/>
                </a:solidFill>
              </a14:hiddenFill>
            </a:ext>
          </a:extLst>
        </p:spPr>
      </p:pic>
      <p:cxnSp>
        <p:nvCxnSpPr>
          <p:cNvPr id="27" name="Connecteur droit 26"/>
          <p:cNvCxnSpPr>
            <a:cxnSpLocks/>
          </p:cNvCxnSpPr>
          <p:nvPr/>
        </p:nvCxnSpPr>
        <p:spPr>
          <a:xfrm flipH="1">
            <a:off x="4655840" y="1066423"/>
            <a:ext cx="1109491" cy="1210449"/>
          </a:xfrm>
          <a:prstGeom prst="line">
            <a:avLst/>
          </a:prstGeom>
          <a:ln>
            <a:solidFill>
              <a:srgbClr val="F59100"/>
            </a:solidFill>
          </a:ln>
        </p:spPr>
        <p:style>
          <a:lnRef idx="1">
            <a:schemeClr val="accent1"/>
          </a:lnRef>
          <a:fillRef idx="0">
            <a:schemeClr val="accent1"/>
          </a:fillRef>
          <a:effectRef idx="0">
            <a:schemeClr val="accent1"/>
          </a:effectRef>
          <a:fontRef idx="minor">
            <a:schemeClr val="tx1"/>
          </a:fontRef>
        </p:style>
      </p:cxnSp>
      <p:cxnSp>
        <p:nvCxnSpPr>
          <p:cNvPr id="4" name="Connecteur droit 3">
            <a:extLst>
              <a:ext uri="{FF2B5EF4-FFF2-40B4-BE49-F238E27FC236}">
                <a16:creationId xmlns:a16="http://schemas.microsoft.com/office/drawing/2014/main" id="{8F6B666F-14F9-2439-C2D5-41F3F30FD567}"/>
              </a:ext>
            </a:extLst>
          </p:cNvPr>
          <p:cNvCxnSpPr>
            <a:cxnSpLocks/>
          </p:cNvCxnSpPr>
          <p:nvPr/>
        </p:nvCxnSpPr>
        <p:spPr>
          <a:xfrm flipH="1">
            <a:off x="4655840" y="1070361"/>
            <a:ext cx="1084464" cy="271644"/>
          </a:xfrm>
          <a:prstGeom prst="line">
            <a:avLst/>
          </a:prstGeom>
          <a:ln>
            <a:solidFill>
              <a:srgbClr val="F591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40398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2D21F33A-F325-1CD5-DA61-0B1831C8F50F}"/>
              </a:ext>
            </a:extLst>
          </p:cNvPr>
          <p:cNvPicPr>
            <a:picLocks noChangeAspect="1"/>
          </p:cNvPicPr>
          <p:nvPr/>
        </p:nvPicPr>
        <p:blipFill>
          <a:blip r:embed="rId3"/>
          <a:stretch>
            <a:fillRect/>
          </a:stretch>
        </p:blipFill>
        <p:spPr>
          <a:xfrm>
            <a:off x="767408" y="116632"/>
            <a:ext cx="6984776" cy="6073718"/>
          </a:xfrm>
          <a:prstGeom prst="rect">
            <a:avLst/>
          </a:prstGeom>
        </p:spPr>
      </p:pic>
      <p:sp>
        <p:nvSpPr>
          <p:cNvPr id="32" name="Espace réservé du texte 31"/>
          <p:cNvSpPr>
            <a:spLocks noGrp="1"/>
          </p:cNvSpPr>
          <p:nvPr>
            <p:ph type="body" sz="quarter" idx="13"/>
          </p:nvPr>
        </p:nvSpPr>
        <p:spPr/>
        <p:txBody>
          <a:bodyPr>
            <a:normAutofit/>
          </a:bodyPr>
          <a:lstStyle/>
          <a:p>
            <a:r>
              <a:rPr lang="fr-FR" b="0" dirty="0"/>
              <a:t>Etape 2 : </a:t>
            </a:r>
          </a:p>
          <a:p>
            <a:r>
              <a:rPr lang="fr-FR" sz="2000" dirty="0"/>
              <a:t>Consultation des dossiers </a:t>
            </a:r>
          </a:p>
        </p:txBody>
      </p:sp>
      <p:sp>
        <p:nvSpPr>
          <p:cNvPr id="35" name="Espace réservé du texte 34"/>
          <p:cNvSpPr>
            <a:spLocks noGrp="1"/>
          </p:cNvSpPr>
          <p:nvPr>
            <p:ph type="body" sz="quarter" idx="15"/>
          </p:nvPr>
        </p:nvSpPr>
        <p:spPr>
          <a:xfrm>
            <a:off x="8760296" y="2967134"/>
            <a:ext cx="3155768" cy="3342185"/>
          </a:xfrm>
        </p:spPr>
        <p:txBody>
          <a:bodyPr>
            <a:noAutofit/>
          </a:bodyPr>
          <a:lstStyle/>
          <a:p>
            <a:pPr marL="387450" marR="0" lvl="0" indent="-171450" algn="just" defTabSz="1125444" rtl="0" eaLnBrk="1" fontAlgn="auto" latinLnBrk="0" hangingPunct="1">
              <a:lnSpc>
                <a:spcPct val="100000"/>
              </a:lnSpc>
              <a:spcBef>
                <a:spcPts val="0"/>
              </a:spcBef>
              <a:spcAft>
                <a:spcPts val="400"/>
              </a:spcAft>
              <a:buClrTx/>
              <a:buSzTx/>
              <a:buFont typeface="Wingdings" panose="05000000000000000000" pitchFamily="2" charset="2"/>
              <a:buChar char="§"/>
              <a:tabLst/>
              <a:defRPr/>
            </a:pPr>
            <a:r>
              <a:rPr lang="fr-FR" sz="1000" b="1" dirty="0"/>
              <a:t>Fiche technique : </a:t>
            </a:r>
            <a:r>
              <a:rPr kumimoji="0" lang="fr-FR" sz="1000" b="0" i="0" u="none" strike="noStrike" kern="1200" cap="none" spc="0" normalizeH="0" baseline="0" noProof="0" dirty="0">
                <a:ln>
                  <a:noFill/>
                </a:ln>
                <a:solidFill>
                  <a:prstClr val="white">
                    <a:lumMod val="50000"/>
                  </a:prstClr>
                </a:solidFill>
                <a:effectLst/>
                <a:uLnTx/>
                <a:uFillTx/>
                <a:latin typeface="Arial" panose="020B0604020202020204" pitchFamily="34" charset="0"/>
                <a:ea typeface="+mn-ea"/>
                <a:cs typeface="Arial" panose="020B0604020202020204" pitchFamily="34" charset="0"/>
              </a:rPr>
              <a:t>Accès aux informations techniques liées aux travaux de rénovation énergétique renseignées par le conseiller (si audit national) ou par l’auditeur (si audit Région).</a:t>
            </a:r>
          </a:p>
          <a:p>
            <a:pPr marL="216000" algn="just">
              <a:spcBef>
                <a:spcPts val="0"/>
              </a:spcBef>
              <a:spcAft>
                <a:spcPts val="400"/>
              </a:spcAft>
            </a:pPr>
            <a:endParaRPr lang="fr-FR" sz="1000" b="1" dirty="0"/>
          </a:p>
          <a:p>
            <a:pPr marL="216000" algn="just">
              <a:spcBef>
                <a:spcPts val="0"/>
              </a:spcBef>
              <a:spcAft>
                <a:spcPts val="400"/>
              </a:spcAft>
            </a:pPr>
            <a:r>
              <a:rPr lang="fr-FR" sz="1000" i="1" dirty="0"/>
              <a:t>Cet onglet n’apparaît qu’après la validation par le conseiller de l’onglet « Devis » (cf. Instruction technique p 13).</a:t>
            </a:r>
            <a:endParaRPr lang="fr-FR" sz="1000" b="1" dirty="0"/>
          </a:p>
        </p:txBody>
      </p:sp>
      <p:pic>
        <p:nvPicPr>
          <p:cNvPr id="3074" name="Picture 2" descr="https://cheque-eco-energie-normandie.up-gestion.com/sites/all/modules/custom/block_sub_header_image/images/front_header_logo_ec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22683" y="0"/>
            <a:ext cx="1905000" cy="1666875"/>
          </a:xfrm>
          <a:prstGeom prst="rect">
            <a:avLst/>
          </a:prstGeom>
          <a:noFill/>
          <a:extLst>
            <a:ext uri="{909E8E84-426E-40DD-AFC4-6F175D3DCCD1}">
              <a14:hiddenFill xmlns:a14="http://schemas.microsoft.com/office/drawing/2010/main">
                <a:solidFill>
                  <a:srgbClr val="FFFFFF"/>
                </a:solidFill>
              </a14:hiddenFill>
            </a:ext>
          </a:extLst>
        </p:spPr>
      </p:pic>
      <p:pic>
        <p:nvPicPr>
          <p:cNvPr id="2" name="Image 1">
            <a:extLst>
              <a:ext uri="{FF2B5EF4-FFF2-40B4-BE49-F238E27FC236}">
                <a16:creationId xmlns:a16="http://schemas.microsoft.com/office/drawing/2014/main" id="{5DA84C06-A4C7-2034-19B9-9A6AF31F59DE}"/>
              </a:ext>
            </a:extLst>
          </p:cNvPr>
          <p:cNvPicPr>
            <a:picLocks noChangeAspect="1"/>
          </p:cNvPicPr>
          <p:nvPr/>
        </p:nvPicPr>
        <p:blipFill>
          <a:blip r:embed="rId5"/>
          <a:stretch>
            <a:fillRect/>
          </a:stretch>
        </p:blipFill>
        <p:spPr>
          <a:xfrm>
            <a:off x="3719736" y="0"/>
            <a:ext cx="951058" cy="926672"/>
          </a:xfrm>
          <a:prstGeom prst="rect">
            <a:avLst/>
          </a:prstGeom>
        </p:spPr>
      </p:pic>
    </p:spTree>
    <p:extLst>
      <p:ext uri="{BB962C8B-B14F-4D97-AF65-F5344CB8AC3E}">
        <p14:creationId xmlns:p14="http://schemas.microsoft.com/office/powerpoint/2010/main" val="5796849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Espace réservé du texte 31"/>
          <p:cNvSpPr>
            <a:spLocks noGrp="1"/>
          </p:cNvSpPr>
          <p:nvPr>
            <p:ph type="body" sz="quarter" idx="13"/>
          </p:nvPr>
        </p:nvSpPr>
        <p:spPr/>
        <p:txBody>
          <a:bodyPr>
            <a:normAutofit/>
          </a:bodyPr>
          <a:lstStyle/>
          <a:p>
            <a:r>
              <a:rPr lang="fr-FR" b="0" dirty="0"/>
              <a:t>Etape 2 : </a:t>
            </a:r>
          </a:p>
          <a:p>
            <a:r>
              <a:rPr lang="fr-FR" sz="2000" dirty="0"/>
              <a:t>Consultation des dossiers </a:t>
            </a:r>
          </a:p>
        </p:txBody>
      </p:sp>
      <p:sp>
        <p:nvSpPr>
          <p:cNvPr id="35" name="Espace réservé du texte 34"/>
          <p:cNvSpPr>
            <a:spLocks noGrp="1"/>
          </p:cNvSpPr>
          <p:nvPr>
            <p:ph type="body" sz="quarter" idx="15"/>
          </p:nvPr>
        </p:nvSpPr>
        <p:spPr>
          <a:xfrm>
            <a:off x="8749371" y="2900643"/>
            <a:ext cx="3155768" cy="3912733"/>
          </a:xfrm>
        </p:spPr>
        <p:txBody>
          <a:bodyPr>
            <a:noAutofit/>
          </a:bodyPr>
          <a:lstStyle/>
          <a:p>
            <a:pPr marL="387450" marR="0" lvl="0" indent="-171450" algn="just" defTabSz="1125444" rtl="0" eaLnBrk="1" fontAlgn="auto" latinLnBrk="0" hangingPunct="1">
              <a:lnSpc>
                <a:spcPct val="100000"/>
              </a:lnSpc>
              <a:spcBef>
                <a:spcPts val="0"/>
              </a:spcBef>
              <a:spcAft>
                <a:spcPts val="400"/>
              </a:spcAft>
              <a:buClrTx/>
              <a:buSzTx/>
              <a:buFont typeface="Wingdings" panose="05000000000000000000" pitchFamily="2" charset="2"/>
              <a:buChar char="§"/>
              <a:tabLst/>
              <a:defRPr/>
            </a:pPr>
            <a:r>
              <a:rPr lang="fr-FR" sz="1000" b="1" dirty="0"/>
              <a:t>Remboursement : </a:t>
            </a:r>
            <a:r>
              <a:rPr kumimoji="0" lang="fr-FR" sz="1000" b="0" i="0" u="none" strike="noStrike" kern="1200" cap="none" spc="0" normalizeH="0" baseline="0" noProof="0" dirty="0">
                <a:ln>
                  <a:noFill/>
                </a:ln>
                <a:solidFill>
                  <a:prstClr val="white">
                    <a:lumMod val="50000"/>
                  </a:prstClr>
                </a:solidFill>
                <a:effectLst/>
                <a:uLnTx/>
                <a:uFillTx/>
                <a:latin typeface="Arial" panose="020B0604020202020204" pitchFamily="34" charset="0"/>
                <a:ea typeface="+mn-ea"/>
                <a:cs typeface="Arial" panose="020B0604020202020204" pitchFamily="34" charset="0"/>
              </a:rPr>
              <a:t>Accès aux factures uniquement en visualisation.</a:t>
            </a:r>
            <a:r>
              <a:rPr lang="fr-FR" sz="1000" dirty="0">
                <a:solidFill>
                  <a:prstClr val="white">
                    <a:lumMod val="50000"/>
                  </a:prstClr>
                </a:solidFill>
              </a:rPr>
              <a:t> Il est possible de télécharger les factures déjà présentes mais il n’est pas possible d’en insérer de nouvelles.</a:t>
            </a:r>
          </a:p>
          <a:p>
            <a:pPr marL="216000" marR="0" lvl="0" algn="just" defTabSz="1125444" rtl="0" eaLnBrk="1" fontAlgn="auto" latinLnBrk="0" hangingPunct="1">
              <a:lnSpc>
                <a:spcPct val="100000"/>
              </a:lnSpc>
              <a:spcBef>
                <a:spcPts val="0"/>
              </a:spcBef>
              <a:spcAft>
                <a:spcPts val="400"/>
              </a:spcAft>
              <a:buClrTx/>
              <a:buSzTx/>
              <a:tabLst/>
              <a:defRPr/>
            </a:pPr>
            <a:endParaRPr lang="fr-FR" sz="1000" dirty="0">
              <a:solidFill>
                <a:prstClr val="white">
                  <a:lumMod val="50000"/>
                </a:prstClr>
              </a:solidFill>
            </a:endParaRPr>
          </a:p>
          <a:p>
            <a:pPr marL="216000" marR="0" lvl="0" algn="just" defTabSz="1125444" rtl="0" eaLnBrk="1" fontAlgn="auto" latinLnBrk="0" hangingPunct="1">
              <a:lnSpc>
                <a:spcPct val="100000"/>
              </a:lnSpc>
              <a:spcBef>
                <a:spcPts val="0"/>
              </a:spcBef>
              <a:spcAft>
                <a:spcPts val="400"/>
              </a:spcAft>
              <a:buClrTx/>
              <a:buSzTx/>
              <a:tabLst/>
              <a:defRPr/>
            </a:pPr>
            <a:r>
              <a:rPr lang="fr-FR" sz="900" u="sng" dirty="0">
                <a:solidFill>
                  <a:prstClr val="white">
                    <a:lumMod val="50000"/>
                  </a:prstClr>
                </a:solidFill>
              </a:rPr>
              <a:t>Rappel </a:t>
            </a:r>
            <a:r>
              <a:rPr lang="fr-FR" sz="900" dirty="0">
                <a:solidFill>
                  <a:prstClr val="white">
                    <a:lumMod val="50000"/>
                  </a:prstClr>
                </a:solidFill>
              </a:rPr>
              <a:t>:</a:t>
            </a:r>
          </a:p>
          <a:p>
            <a:pPr marL="230400" lvl="1" indent="-171450" algn="just" fontAlgn="base">
              <a:spcBef>
                <a:spcPts val="0"/>
              </a:spcBef>
              <a:spcAft>
                <a:spcPts val="600"/>
              </a:spcAft>
              <a:buFontTx/>
              <a:buChar char="-"/>
            </a:pPr>
            <a:r>
              <a:rPr lang="fr-FR" sz="900" dirty="0">
                <a:solidFill>
                  <a:schemeClr val="bg1">
                    <a:lumMod val="50000"/>
                  </a:schemeClr>
                </a:solidFill>
              </a:rPr>
              <a:t>Pour l’aide Travaux </a:t>
            </a:r>
            <a:r>
              <a:rPr lang="fr-FR" sz="900" b="1" dirty="0">
                <a:solidFill>
                  <a:schemeClr val="bg1">
                    <a:lumMod val="50000"/>
                  </a:schemeClr>
                </a:solidFill>
              </a:rPr>
              <a:t>« Sortie de passoire » </a:t>
            </a:r>
            <a:r>
              <a:rPr lang="fr-FR" sz="900" dirty="0">
                <a:solidFill>
                  <a:schemeClr val="bg1">
                    <a:lumMod val="50000"/>
                  </a:schemeClr>
                </a:solidFill>
              </a:rPr>
              <a:t>ou </a:t>
            </a:r>
            <a:r>
              <a:rPr lang="fr-FR" sz="900" b="1" dirty="0">
                <a:solidFill>
                  <a:schemeClr val="bg1">
                    <a:lumMod val="50000"/>
                  </a:schemeClr>
                </a:solidFill>
              </a:rPr>
              <a:t>« 1</a:t>
            </a:r>
            <a:r>
              <a:rPr lang="fr-FR" sz="900" b="1" baseline="30000" dirty="0">
                <a:solidFill>
                  <a:schemeClr val="bg1">
                    <a:lumMod val="50000"/>
                  </a:schemeClr>
                </a:solidFill>
              </a:rPr>
              <a:t>ère</a:t>
            </a:r>
            <a:r>
              <a:rPr lang="fr-FR" sz="900" b="1" dirty="0">
                <a:solidFill>
                  <a:schemeClr val="bg1">
                    <a:lumMod val="50000"/>
                  </a:schemeClr>
                </a:solidFill>
              </a:rPr>
              <a:t> étape BBC avec RGE », </a:t>
            </a:r>
            <a:r>
              <a:rPr lang="fr-FR" sz="900" dirty="0">
                <a:solidFill>
                  <a:schemeClr val="bg1">
                    <a:lumMod val="50000"/>
                  </a:schemeClr>
                </a:solidFill>
              </a:rPr>
              <a:t>le particulier  transmet son chèque daté et signé, ainsi que son RIB et ses factures acquittées à l’adresse mentionnée au dos du chèque et ci-contre (de même pour les aides niveaux 1 et 2).</a:t>
            </a:r>
          </a:p>
          <a:p>
            <a:pPr marL="230400" lvl="1" indent="-171450" algn="just" fontAlgn="base">
              <a:spcBef>
                <a:spcPts val="0"/>
              </a:spcBef>
              <a:spcAft>
                <a:spcPts val="1200"/>
              </a:spcAft>
              <a:buFontTx/>
              <a:buChar char="-"/>
            </a:pPr>
            <a:r>
              <a:rPr lang="fr-FR" sz="900" dirty="0">
                <a:solidFill>
                  <a:schemeClr val="bg1">
                    <a:lumMod val="50000"/>
                  </a:schemeClr>
                </a:solidFill>
              </a:rPr>
              <a:t>Pour l’aide Travaux «</a:t>
            </a:r>
            <a:r>
              <a:rPr lang="fr-FR" sz="900" b="1" dirty="0">
                <a:solidFill>
                  <a:schemeClr val="bg1">
                    <a:lumMod val="50000"/>
                  </a:schemeClr>
                </a:solidFill>
              </a:rPr>
              <a:t> 1</a:t>
            </a:r>
            <a:r>
              <a:rPr lang="fr-FR" sz="900" b="1" baseline="30000" dirty="0">
                <a:solidFill>
                  <a:schemeClr val="bg1">
                    <a:lumMod val="50000"/>
                  </a:schemeClr>
                </a:solidFill>
              </a:rPr>
              <a:t>ère</a:t>
            </a:r>
            <a:r>
              <a:rPr lang="fr-FR" sz="900" b="1" dirty="0">
                <a:solidFill>
                  <a:schemeClr val="bg1">
                    <a:lumMod val="50000"/>
                  </a:schemeClr>
                </a:solidFill>
              </a:rPr>
              <a:t> étape avec Rénovateur » </a:t>
            </a:r>
            <a:r>
              <a:rPr lang="fr-FR" sz="900" dirty="0">
                <a:solidFill>
                  <a:schemeClr val="bg1">
                    <a:lumMod val="50000"/>
                  </a:schemeClr>
                </a:solidFill>
              </a:rPr>
              <a:t>ou </a:t>
            </a:r>
            <a:r>
              <a:rPr lang="fr-FR" sz="900" b="1" dirty="0">
                <a:solidFill>
                  <a:schemeClr val="bg1">
                    <a:lumMod val="50000"/>
                  </a:schemeClr>
                </a:solidFill>
              </a:rPr>
              <a:t>« Rénovation globale BBC »</a:t>
            </a:r>
            <a:r>
              <a:rPr lang="fr-FR" sz="900" dirty="0">
                <a:solidFill>
                  <a:schemeClr val="bg1">
                    <a:lumMod val="50000"/>
                  </a:schemeClr>
                </a:solidFill>
              </a:rPr>
              <a:t>, le particulier transmet son premier chèque daté et signé, son RIB, ainsi que la fiche de liaison signée et remise par son Accompagnateur Rénov’ à l’adresse mentionnée au dos du chèque. Puis il transmet ses factures acquittées à la même adresse avec son deuxième chèque daté et signé, accompagnés de son RIB (de même pour les aides niveaux 2 avec rénovateur BBC et BBC).</a:t>
            </a:r>
          </a:p>
          <a:p>
            <a:pPr marL="216000" marR="0" lvl="0" indent="0" algn="just" defTabSz="1125444" rtl="0" eaLnBrk="1" fontAlgn="auto" latinLnBrk="0" hangingPunct="1">
              <a:lnSpc>
                <a:spcPct val="100000"/>
              </a:lnSpc>
              <a:spcBef>
                <a:spcPts val="0"/>
              </a:spcBef>
              <a:spcAft>
                <a:spcPts val="400"/>
              </a:spcAft>
              <a:buClrTx/>
              <a:buSzTx/>
              <a:buFont typeface="Arial" panose="020B0604020202020204" pitchFamily="34" charset="0"/>
              <a:buNone/>
              <a:tabLst/>
              <a:defRPr/>
            </a:pPr>
            <a:endParaRPr lang="fr-FR" sz="1000" b="1" dirty="0">
              <a:solidFill>
                <a:prstClr val="white">
                  <a:lumMod val="50000"/>
                </a:prstClr>
              </a:solidFill>
            </a:endParaRPr>
          </a:p>
          <a:p>
            <a:pPr marL="0" marR="0" lvl="0" indent="0" algn="just" defTabSz="1125444" rtl="0" eaLnBrk="1" fontAlgn="auto" latinLnBrk="0" hangingPunct="1">
              <a:lnSpc>
                <a:spcPct val="100000"/>
              </a:lnSpc>
              <a:spcBef>
                <a:spcPts val="0"/>
              </a:spcBef>
              <a:spcAft>
                <a:spcPts val="1200"/>
              </a:spcAft>
              <a:buClrTx/>
              <a:buSzTx/>
              <a:buFont typeface="Arial" panose="020B0604020202020204" pitchFamily="34" charset="0"/>
              <a:buNone/>
              <a:tabLst/>
              <a:defRPr/>
            </a:pPr>
            <a:endParaRPr kumimoji="0" lang="fr-FR" sz="1000" b="0" i="0" u="none" strike="noStrike" kern="1200" cap="none" spc="0" normalizeH="0" baseline="0" noProof="0" dirty="0">
              <a:ln>
                <a:noFill/>
              </a:ln>
              <a:solidFill>
                <a:prstClr val="white">
                  <a:lumMod val="50000"/>
                </a:prstClr>
              </a:solidFill>
              <a:effectLst/>
              <a:uLnTx/>
              <a:uFillTx/>
              <a:latin typeface="Arial" panose="020B0604020202020204" pitchFamily="34" charset="0"/>
              <a:ea typeface="+mn-ea"/>
              <a:cs typeface="Arial" panose="020B0604020202020204" pitchFamily="34" charset="0"/>
            </a:endParaRPr>
          </a:p>
          <a:p>
            <a:pPr marL="0" marR="0" lvl="0" indent="0" algn="just" defTabSz="1125444" rtl="0" eaLnBrk="1" fontAlgn="auto" latinLnBrk="0" hangingPunct="1">
              <a:lnSpc>
                <a:spcPct val="100000"/>
              </a:lnSpc>
              <a:spcBef>
                <a:spcPts val="0"/>
              </a:spcBef>
              <a:spcAft>
                <a:spcPts val="1200"/>
              </a:spcAft>
              <a:buClrTx/>
              <a:buSzTx/>
              <a:buFont typeface="Arial" panose="020B0604020202020204" pitchFamily="34" charset="0"/>
              <a:buNone/>
              <a:tabLst/>
              <a:defRPr/>
            </a:pPr>
            <a:endParaRPr lang="fr-FR" sz="1000" dirty="0">
              <a:solidFill>
                <a:prstClr val="white">
                  <a:lumMod val="50000"/>
                </a:prstClr>
              </a:solidFill>
            </a:endParaRPr>
          </a:p>
          <a:p>
            <a:pPr marL="0" marR="0" lvl="0" indent="0" algn="just" defTabSz="1125444" rtl="0" eaLnBrk="1" fontAlgn="auto" latinLnBrk="0" hangingPunct="1">
              <a:lnSpc>
                <a:spcPct val="100000"/>
              </a:lnSpc>
              <a:spcBef>
                <a:spcPts val="0"/>
              </a:spcBef>
              <a:spcAft>
                <a:spcPts val="1200"/>
              </a:spcAft>
              <a:buClrTx/>
              <a:buSzTx/>
              <a:buFont typeface="Arial" panose="020B0604020202020204" pitchFamily="34" charset="0"/>
              <a:buNone/>
              <a:tabLst/>
              <a:defRPr/>
            </a:pPr>
            <a:endParaRPr kumimoji="0" lang="fr-FR" sz="1000" b="0" i="0" u="none" strike="noStrike" kern="1200" cap="none" spc="0" normalizeH="0" baseline="0" noProof="0" dirty="0">
              <a:ln>
                <a:noFill/>
              </a:ln>
              <a:solidFill>
                <a:prstClr val="white">
                  <a:lumMod val="50000"/>
                </a:prstClr>
              </a:solidFill>
              <a:effectLst/>
              <a:uLnTx/>
              <a:uFillTx/>
              <a:latin typeface="Arial" panose="020B0604020202020204" pitchFamily="34" charset="0"/>
              <a:ea typeface="+mn-ea"/>
              <a:cs typeface="Arial" panose="020B0604020202020204" pitchFamily="34" charset="0"/>
            </a:endParaRPr>
          </a:p>
          <a:p>
            <a:pPr marL="0" marR="0" lvl="0" indent="0" algn="just" defTabSz="1125444" rtl="0" eaLnBrk="1" fontAlgn="auto" latinLnBrk="0" hangingPunct="1">
              <a:lnSpc>
                <a:spcPct val="100000"/>
              </a:lnSpc>
              <a:spcBef>
                <a:spcPts val="0"/>
              </a:spcBef>
              <a:spcAft>
                <a:spcPts val="1200"/>
              </a:spcAft>
              <a:buClrTx/>
              <a:buSzTx/>
              <a:buFont typeface="Arial" panose="020B0604020202020204" pitchFamily="34" charset="0"/>
              <a:buNone/>
              <a:tabLst/>
              <a:defRPr/>
            </a:pPr>
            <a:endParaRPr lang="fr-FR" sz="1000" dirty="0">
              <a:solidFill>
                <a:prstClr val="white">
                  <a:lumMod val="50000"/>
                </a:prstClr>
              </a:solidFill>
            </a:endParaRPr>
          </a:p>
          <a:p>
            <a:pPr marL="0" marR="0" lvl="0" indent="0" algn="just" defTabSz="1125444" rtl="0" eaLnBrk="1" fontAlgn="auto" latinLnBrk="0" hangingPunct="1">
              <a:lnSpc>
                <a:spcPct val="100000"/>
              </a:lnSpc>
              <a:spcBef>
                <a:spcPts val="0"/>
              </a:spcBef>
              <a:spcAft>
                <a:spcPts val="1200"/>
              </a:spcAft>
              <a:buClrTx/>
              <a:buSzTx/>
              <a:buFont typeface="Arial" panose="020B0604020202020204" pitchFamily="34" charset="0"/>
              <a:buNone/>
              <a:tabLst/>
              <a:defRPr/>
            </a:pPr>
            <a:endParaRPr kumimoji="0" lang="fr-FR" sz="1000" b="0" i="0" u="none" strike="noStrike" kern="1200" cap="none" spc="0" normalizeH="0" baseline="0" noProof="0" dirty="0">
              <a:ln>
                <a:noFill/>
              </a:ln>
              <a:solidFill>
                <a:prstClr val="white">
                  <a:lumMod val="50000"/>
                </a:prstClr>
              </a:solidFill>
              <a:effectLst/>
              <a:uLnTx/>
              <a:uFillTx/>
              <a:latin typeface="Arial" panose="020B0604020202020204" pitchFamily="34" charset="0"/>
              <a:ea typeface="+mn-ea"/>
              <a:cs typeface="Arial" panose="020B0604020202020204" pitchFamily="34" charset="0"/>
            </a:endParaRPr>
          </a:p>
          <a:p>
            <a:pPr marL="216000" marR="0" lvl="0" indent="0" algn="just" defTabSz="1125444" rtl="0" eaLnBrk="1" fontAlgn="auto" latinLnBrk="0" hangingPunct="1">
              <a:lnSpc>
                <a:spcPct val="100000"/>
              </a:lnSpc>
              <a:spcBef>
                <a:spcPts val="0"/>
              </a:spcBef>
              <a:spcAft>
                <a:spcPts val="400"/>
              </a:spcAft>
              <a:buClrTx/>
              <a:buSzTx/>
              <a:buFont typeface="Arial" panose="020B0604020202020204" pitchFamily="34" charset="0"/>
              <a:buNone/>
              <a:tabLst/>
              <a:defRPr/>
            </a:pPr>
            <a:endParaRPr lang="fr-FR" sz="1000" b="1" dirty="0">
              <a:solidFill>
                <a:prstClr val="white">
                  <a:lumMod val="50000"/>
                </a:prstClr>
              </a:solidFill>
            </a:endParaRPr>
          </a:p>
          <a:p>
            <a:pPr marL="216000" marR="0" lvl="0" indent="0" algn="just" defTabSz="1125444" rtl="0" eaLnBrk="1" fontAlgn="auto" latinLnBrk="0" hangingPunct="1">
              <a:lnSpc>
                <a:spcPct val="100000"/>
              </a:lnSpc>
              <a:spcBef>
                <a:spcPts val="0"/>
              </a:spcBef>
              <a:spcAft>
                <a:spcPts val="400"/>
              </a:spcAft>
              <a:buClrTx/>
              <a:buSzTx/>
              <a:buFont typeface="Arial" panose="020B0604020202020204" pitchFamily="34" charset="0"/>
              <a:buNone/>
              <a:tabLst/>
              <a:defRPr/>
            </a:pPr>
            <a:endParaRPr lang="fr-FR" sz="1000" b="1" dirty="0">
              <a:solidFill>
                <a:prstClr val="white">
                  <a:lumMod val="50000"/>
                </a:prstClr>
              </a:solidFill>
            </a:endParaRPr>
          </a:p>
        </p:txBody>
      </p:sp>
      <p:pic>
        <p:nvPicPr>
          <p:cNvPr id="3074" name="Picture 2" descr="https://cheque-eco-energie-normandie.up-gestion.com/sites/all/modules/custom/block_sub_header_image/images/front_header_logo_ec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22683" y="0"/>
            <a:ext cx="1905000" cy="1666875"/>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 3">
            <a:extLst>
              <a:ext uri="{FF2B5EF4-FFF2-40B4-BE49-F238E27FC236}">
                <a16:creationId xmlns:a16="http://schemas.microsoft.com/office/drawing/2014/main" id="{81ED2288-4F3F-0081-57D8-1FDC48CB57DD}"/>
              </a:ext>
            </a:extLst>
          </p:cNvPr>
          <p:cNvPicPr>
            <a:picLocks noChangeAspect="1"/>
          </p:cNvPicPr>
          <p:nvPr/>
        </p:nvPicPr>
        <p:blipFill>
          <a:blip r:embed="rId4"/>
          <a:stretch>
            <a:fillRect/>
          </a:stretch>
        </p:blipFill>
        <p:spPr>
          <a:xfrm>
            <a:off x="256360" y="1557077"/>
            <a:ext cx="8085998" cy="2592004"/>
          </a:xfrm>
          <a:prstGeom prst="rect">
            <a:avLst/>
          </a:prstGeom>
        </p:spPr>
      </p:pic>
      <p:pic>
        <p:nvPicPr>
          <p:cNvPr id="2" name="Image 1">
            <a:extLst>
              <a:ext uri="{FF2B5EF4-FFF2-40B4-BE49-F238E27FC236}">
                <a16:creationId xmlns:a16="http://schemas.microsoft.com/office/drawing/2014/main" id="{5DA84C06-A4C7-2034-19B9-9A6AF31F59DE}"/>
              </a:ext>
            </a:extLst>
          </p:cNvPr>
          <p:cNvPicPr>
            <a:picLocks noChangeAspect="1"/>
          </p:cNvPicPr>
          <p:nvPr/>
        </p:nvPicPr>
        <p:blipFill>
          <a:blip r:embed="rId5"/>
          <a:stretch>
            <a:fillRect/>
          </a:stretch>
        </p:blipFill>
        <p:spPr>
          <a:xfrm>
            <a:off x="4655840" y="1844824"/>
            <a:ext cx="951058" cy="926672"/>
          </a:xfrm>
          <a:prstGeom prst="rect">
            <a:avLst/>
          </a:prstGeom>
        </p:spPr>
      </p:pic>
      <p:grpSp>
        <p:nvGrpSpPr>
          <p:cNvPr id="6" name="Groupe 5">
            <a:extLst>
              <a:ext uri="{FF2B5EF4-FFF2-40B4-BE49-F238E27FC236}">
                <a16:creationId xmlns:a16="http://schemas.microsoft.com/office/drawing/2014/main" id="{BFE04E6E-4F90-AEF3-EEB3-07044C48E539}"/>
              </a:ext>
            </a:extLst>
          </p:cNvPr>
          <p:cNvGrpSpPr/>
          <p:nvPr/>
        </p:nvGrpSpPr>
        <p:grpSpPr>
          <a:xfrm>
            <a:off x="1271465" y="4149080"/>
            <a:ext cx="3528390" cy="2166213"/>
            <a:chOff x="2999656" y="4721860"/>
            <a:chExt cx="2809221" cy="2030413"/>
          </a:xfrm>
        </p:grpSpPr>
        <p:sp>
          <p:nvSpPr>
            <p:cNvPr id="7" name="ZoneTexte 6">
              <a:extLst>
                <a:ext uri="{FF2B5EF4-FFF2-40B4-BE49-F238E27FC236}">
                  <a16:creationId xmlns:a16="http://schemas.microsoft.com/office/drawing/2014/main" id="{F065262F-A4AB-084B-FAF2-26D6CDB38CAF}"/>
                </a:ext>
              </a:extLst>
            </p:cNvPr>
            <p:cNvSpPr txBox="1"/>
            <p:nvPr/>
          </p:nvSpPr>
          <p:spPr>
            <a:xfrm>
              <a:off x="3103053" y="4869160"/>
              <a:ext cx="2705824" cy="1883113"/>
            </a:xfrm>
            <a:prstGeom prst="roundRect">
              <a:avLst/>
            </a:prstGeom>
            <a:solidFill>
              <a:schemeClr val="accent6">
                <a:lumMod val="20000"/>
                <a:lumOff val="80000"/>
              </a:schemeClr>
            </a:solidFill>
            <a:ln w="6350">
              <a:solidFill>
                <a:srgbClr val="F59100"/>
              </a:solidFill>
            </a:ln>
          </p:spPr>
          <p:style>
            <a:lnRef idx="2">
              <a:schemeClr val="accent6"/>
            </a:lnRef>
            <a:fillRef idx="1">
              <a:schemeClr val="lt1"/>
            </a:fillRef>
            <a:effectRef idx="0">
              <a:schemeClr val="accent6"/>
            </a:effectRef>
            <a:fontRef idx="minor">
              <a:schemeClr val="dk1"/>
            </a:fontRef>
          </p:style>
          <p:txBody>
            <a:bodyPr wrap="square" lIns="36000" rIns="36000" rtlCol="0">
              <a:spAutoFit/>
            </a:bodyPr>
            <a:lstStyle/>
            <a:p>
              <a:pPr algn="ctr"/>
              <a:endParaRPr lang="fr-FR" sz="800" dirty="0">
                <a:solidFill>
                  <a:schemeClr val="bg1">
                    <a:lumMod val="50000"/>
                  </a:schemeClr>
                </a:solidFill>
                <a:latin typeface="Arial" charset="0"/>
                <a:ea typeface="Arial" charset="0"/>
                <a:cs typeface="Arial" charset="0"/>
              </a:endParaRPr>
            </a:p>
            <a:p>
              <a:pPr algn="ctr"/>
              <a:r>
                <a:rPr lang="fr-FR" sz="1200" dirty="0">
                  <a:solidFill>
                    <a:schemeClr val="bg1">
                      <a:lumMod val="50000"/>
                    </a:schemeClr>
                  </a:solidFill>
                  <a:latin typeface="Arial" charset="0"/>
                  <a:ea typeface="Arial" charset="0"/>
                  <a:cs typeface="Arial" charset="0"/>
                </a:rPr>
                <a:t>Pour l’aide Travaux, le particulier transmet sa demande de paiement à l’adresse suivante :</a:t>
              </a:r>
            </a:p>
            <a:p>
              <a:pPr algn="ctr"/>
              <a:endParaRPr lang="fr-FR" sz="1200" b="0" i="0" kern="1200" dirty="0">
                <a:solidFill>
                  <a:schemeClr val="bg1">
                    <a:lumMod val="50000"/>
                  </a:schemeClr>
                </a:solidFill>
                <a:effectLst/>
                <a:latin typeface="Arial" charset="0"/>
                <a:ea typeface="Arial" charset="0"/>
                <a:cs typeface="Arial" charset="0"/>
              </a:endParaRPr>
            </a:p>
            <a:p>
              <a:pPr algn="ctr"/>
              <a:r>
                <a:rPr lang="fr-FR" sz="1200" b="1" dirty="0">
                  <a:solidFill>
                    <a:schemeClr val="bg1">
                      <a:lumMod val="50000"/>
                    </a:schemeClr>
                  </a:solidFill>
                  <a:latin typeface="Arial" charset="0"/>
                  <a:ea typeface="Arial" charset="0"/>
                  <a:cs typeface="Arial" charset="0"/>
                </a:rPr>
                <a:t>DOCAPOSTE</a:t>
              </a:r>
            </a:p>
            <a:p>
              <a:pPr algn="ctr"/>
              <a:r>
                <a:rPr lang="fr-FR" sz="1200" b="1" dirty="0">
                  <a:solidFill>
                    <a:schemeClr val="bg1">
                      <a:lumMod val="50000"/>
                    </a:schemeClr>
                  </a:solidFill>
                  <a:latin typeface="Arial" charset="0"/>
                  <a:ea typeface="Arial" charset="0"/>
                  <a:cs typeface="Arial" charset="0"/>
                </a:rPr>
                <a:t>Chèque éco-énergie Normandie</a:t>
              </a:r>
            </a:p>
            <a:p>
              <a:pPr algn="ctr"/>
              <a:r>
                <a:rPr lang="fr-FR" sz="1200" b="1" i="0" kern="1200" dirty="0">
                  <a:solidFill>
                    <a:schemeClr val="bg1">
                      <a:lumMod val="50000"/>
                    </a:schemeClr>
                  </a:solidFill>
                  <a:effectLst/>
                  <a:latin typeface="Arial" charset="0"/>
                  <a:ea typeface="Arial" charset="0"/>
                  <a:cs typeface="Arial" charset="0"/>
                </a:rPr>
                <a:t>2, avenue Sébastopol</a:t>
              </a:r>
            </a:p>
            <a:p>
              <a:pPr algn="ctr"/>
              <a:r>
                <a:rPr lang="fr-FR" sz="1200" b="1" dirty="0">
                  <a:solidFill>
                    <a:schemeClr val="bg1">
                      <a:lumMod val="50000"/>
                    </a:schemeClr>
                  </a:solidFill>
                  <a:latin typeface="Arial" charset="0"/>
                  <a:ea typeface="Arial" charset="0"/>
                  <a:cs typeface="Arial" charset="0"/>
                </a:rPr>
                <a:t>BP 65052</a:t>
              </a:r>
              <a:endParaRPr lang="fr-FR" sz="1200" b="1" i="0" kern="1200" dirty="0">
                <a:solidFill>
                  <a:schemeClr val="bg1">
                    <a:lumMod val="50000"/>
                  </a:schemeClr>
                </a:solidFill>
                <a:effectLst/>
                <a:latin typeface="Arial" charset="0"/>
                <a:ea typeface="Arial" charset="0"/>
                <a:cs typeface="Arial" charset="0"/>
              </a:endParaRPr>
            </a:p>
            <a:p>
              <a:pPr algn="ctr"/>
              <a:r>
                <a:rPr lang="fr-FR" sz="1200" b="1" dirty="0">
                  <a:solidFill>
                    <a:schemeClr val="bg1">
                      <a:lumMod val="50000"/>
                    </a:schemeClr>
                  </a:solidFill>
                  <a:latin typeface="Arial" charset="0"/>
                  <a:ea typeface="Arial" charset="0"/>
                  <a:cs typeface="Arial" charset="0"/>
                </a:rPr>
                <a:t>57072 METZ Cedex 3</a:t>
              </a:r>
            </a:p>
            <a:p>
              <a:pPr algn="ctr"/>
              <a:endParaRPr lang="fr-FR" sz="800" b="1" i="0" kern="1200" dirty="0">
                <a:solidFill>
                  <a:schemeClr val="accent6">
                    <a:lumMod val="75000"/>
                  </a:schemeClr>
                </a:solidFill>
                <a:effectLst/>
                <a:latin typeface="Arial" charset="0"/>
                <a:ea typeface="Arial" charset="0"/>
                <a:cs typeface="Arial" charset="0"/>
              </a:endParaRPr>
            </a:p>
          </p:txBody>
        </p:sp>
        <p:pic>
          <p:nvPicPr>
            <p:cNvPr id="8" name="Picture 2" descr="Dessin Animé, Icône, Ampoule, Symbole">
              <a:extLst>
                <a:ext uri="{FF2B5EF4-FFF2-40B4-BE49-F238E27FC236}">
                  <a16:creationId xmlns:a16="http://schemas.microsoft.com/office/drawing/2014/main" id="{7761A496-1A47-C9F0-4A07-88CB2E4F9B40}"/>
                </a:ext>
              </a:extLst>
            </p:cNvPr>
            <p:cNvPicPr>
              <a:picLocks noChangeAspect="1" noChangeArrowheads="1"/>
            </p:cNvPicPr>
            <p:nvPr/>
          </p:nvPicPr>
          <p:blipFill>
            <a:blip r:embed="rId6"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999656" y="4721860"/>
              <a:ext cx="360000" cy="380059"/>
            </a:xfrm>
            <a:prstGeom prst="rect">
              <a:avLst/>
            </a:prstGeom>
            <a:noFill/>
            <a:extLst>
              <a:ext uri="{909E8E84-426E-40DD-AFC4-6F175D3DCCD1}">
                <a14:hiddenFill xmlns:a14="http://schemas.microsoft.com/office/drawing/2010/main">
                  <a:solidFill>
                    <a:srgbClr val="FFFFFF"/>
                  </a:solidFill>
                </a14:hiddenFill>
              </a:ext>
            </a:extLst>
          </p:spPr>
        </p:pic>
      </p:grpSp>
      <p:sp>
        <p:nvSpPr>
          <p:cNvPr id="10" name="ZoneTexte 9">
            <a:extLst>
              <a:ext uri="{FF2B5EF4-FFF2-40B4-BE49-F238E27FC236}">
                <a16:creationId xmlns:a16="http://schemas.microsoft.com/office/drawing/2014/main" id="{695E9CF6-2617-27B1-CD36-4418DE93E663}"/>
              </a:ext>
            </a:extLst>
          </p:cNvPr>
          <p:cNvSpPr txBox="1"/>
          <p:nvPr/>
        </p:nvSpPr>
        <p:spPr>
          <a:xfrm>
            <a:off x="5766772" y="5300923"/>
            <a:ext cx="2015682" cy="646986"/>
          </a:xfrm>
          <a:prstGeom prst="roundRect">
            <a:avLst/>
          </a:prstGeom>
          <a:solidFill>
            <a:schemeClr val="accent6">
              <a:lumMod val="20000"/>
              <a:lumOff val="80000"/>
            </a:schemeClr>
          </a:solidFill>
          <a:ln w="6350">
            <a:solidFill>
              <a:srgbClr val="F59100"/>
            </a:solidFill>
          </a:ln>
        </p:spPr>
        <p:style>
          <a:lnRef idx="2">
            <a:schemeClr val="accent6"/>
          </a:lnRef>
          <a:fillRef idx="1">
            <a:schemeClr val="lt1"/>
          </a:fillRef>
          <a:effectRef idx="0">
            <a:schemeClr val="accent6"/>
          </a:effectRef>
          <a:fontRef idx="minor">
            <a:schemeClr val="dk1"/>
          </a:fontRef>
        </p:style>
        <p:txBody>
          <a:bodyPr wrap="square" lIns="36000" rIns="36000" rtlCol="0">
            <a:spAutoFit/>
          </a:bodyPr>
          <a:lstStyle/>
          <a:p>
            <a:pPr algn="ctr"/>
            <a:r>
              <a:rPr lang="fr-FR" sz="800" b="1" dirty="0">
                <a:solidFill>
                  <a:schemeClr val="bg1">
                    <a:lumMod val="50000"/>
                  </a:schemeClr>
                </a:solidFill>
                <a:latin typeface="Arial" charset="0"/>
                <a:ea typeface="Arial" charset="0"/>
                <a:cs typeface="Arial" charset="0"/>
              </a:rPr>
              <a:t>Pour l’aide Audit</a:t>
            </a:r>
            <a:r>
              <a:rPr lang="fr-FR" sz="800" dirty="0">
                <a:solidFill>
                  <a:schemeClr val="bg1">
                    <a:lumMod val="50000"/>
                  </a:schemeClr>
                </a:solidFill>
                <a:latin typeface="Arial" charset="0"/>
                <a:ea typeface="Arial" charset="0"/>
                <a:cs typeface="Arial" charset="0"/>
              </a:rPr>
              <a:t>, le particulier remet directement son chèque daté et signé à son auditeur qui déduira alors le montant de l’aide régionale de sa facture</a:t>
            </a:r>
          </a:p>
        </p:txBody>
      </p:sp>
      <p:pic>
        <p:nvPicPr>
          <p:cNvPr id="11" name="Picture 2" descr="Résultat de recherche d'images pour &quot;attention&quot;">
            <a:extLst>
              <a:ext uri="{FF2B5EF4-FFF2-40B4-BE49-F238E27FC236}">
                <a16:creationId xmlns:a16="http://schemas.microsoft.com/office/drawing/2014/main" id="{EA78A3B1-5C84-7DC0-DA77-F28245C28290}"/>
              </a:ext>
            </a:extLst>
          </p:cNvPr>
          <p:cNvPicPr>
            <a:picLocks noChangeAspect="1" noChangeArrowheads="1"/>
          </p:cNvPicPr>
          <p:nvPr/>
        </p:nvPicPr>
        <p:blipFill>
          <a:blip r:embed="rId7"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578567" y="5031938"/>
            <a:ext cx="376410" cy="3412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58563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Espace réservé du texte 31"/>
          <p:cNvSpPr>
            <a:spLocks noGrp="1"/>
          </p:cNvSpPr>
          <p:nvPr>
            <p:ph type="body" sz="quarter" idx="13"/>
          </p:nvPr>
        </p:nvSpPr>
        <p:spPr/>
        <p:txBody>
          <a:bodyPr>
            <a:normAutofit/>
          </a:bodyPr>
          <a:lstStyle/>
          <a:p>
            <a:r>
              <a:rPr lang="fr-FR" b="0" dirty="0"/>
              <a:t>Etape 3 :</a:t>
            </a:r>
          </a:p>
          <a:p>
            <a:r>
              <a:rPr lang="fr-FR" sz="2000" dirty="0"/>
              <a:t>Instruction technique </a:t>
            </a:r>
          </a:p>
        </p:txBody>
      </p:sp>
      <p:pic>
        <p:nvPicPr>
          <p:cNvPr id="3074" name="Picture 2" descr="https://cheque-eco-energie-normandie.up-gestion.com/sites/all/modules/custom/block_sub_header_image/images/front_header_logo_ec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22683" y="0"/>
            <a:ext cx="1905000" cy="1666875"/>
          </a:xfrm>
          <a:prstGeom prst="rect">
            <a:avLst/>
          </a:prstGeom>
          <a:noFill/>
          <a:extLst>
            <a:ext uri="{909E8E84-426E-40DD-AFC4-6F175D3DCCD1}">
              <a14:hiddenFill xmlns:a14="http://schemas.microsoft.com/office/drawing/2010/main">
                <a:solidFill>
                  <a:srgbClr val="FFFFFF"/>
                </a:solidFill>
              </a14:hiddenFill>
            </a:ext>
          </a:extLst>
        </p:spPr>
      </p:pic>
      <p:pic>
        <p:nvPicPr>
          <p:cNvPr id="3" name="Image 2">
            <a:extLst>
              <a:ext uri="{FF2B5EF4-FFF2-40B4-BE49-F238E27FC236}">
                <a16:creationId xmlns:a16="http://schemas.microsoft.com/office/drawing/2014/main" id="{002FB90E-9724-0208-62E4-8108ECFAB17F}"/>
              </a:ext>
            </a:extLst>
          </p:cNvPr>
          <p:cNvPicPr>
            <a:picLocks noChangeAspect="1"/>
          </p:cNvPicPr>
          <p:nvPr/>
        </p:nvPicPr>
        <p:blipFill>
          <a:blip r:embed="rId4"/>
          <a:stretch>
            <a:fillRect/>
          </a:stretch>
        </p:blipFill>
        <p:spPr>
          <a:xfrm>
            <a:off x="2063552" y="332656"/>
            <a:ext cx="4782217" cy="5760640"/>
          </a:xfrm>
          <a:prstGeom prst="rect">
            <a:avLst/>
          </a:prstGeom>
        </p:spPr>
      </p:pic>
      <p:pic>
        <p:nvPicPr>
          <p:cNvPr id="7" name="Image 6">
            <a:extLst>
              <a:ext uri="{FF2B5EF4-FFF2-40B4-BE49-F238E27FC236}">
                <a16:creationId xmlns:a16="http://schemas.microsoft.com/office/drawing/2014/main" id="{88103454-FBD6-0AE9-4D60-3B2C77A14F0E}"/>
              </a:ext>
            </a:extLst>
          </p:cNvPr>
          <p:cNvPicPr>
            <a:picLocks noChangeAspect="1"/>
          </p:cNvPicPr>
          <p:nvPr/>
        </p:nvPicPr>
        <p:blipFill>
          <a:blip r:embed="rId5"/>
          <a:stretch>
            <a:fillRect/>
          </a:stretch>
        </p:blipFill>
        <p:spPr>
          <a:xfrm>
            <a:off x="3143672" y="1988840"/>
            <a:ext cx="426757" cy="390178"/>
          </a:xfrm>
          <a:prstGeom prst="rect">
            <a:avLst/>
          </a:prstGeom>
        </p:spPr>
      </p:pic>
    </p:spTree>
    <p:extLst>
      <p:ext uri="{BB962C8B-B14F-4D97-AF65-F5344CB8AC3E}">
        <p14:creationId xmlns:p14="http://schemas.microsoft.com/office/powerpoint/2010/main" val="39242830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Espace réservé du texte 31"/>
          <p:cNvSpPr>
            <a:spLocks noGrp="1"/>
          </p:cNvSpPr>
          <p:nvPr>
            <p:ph type="body" sz="quarter" idx="13"/>
          </p:nvPr>
        </p:nvSpPr>
        <p:spPr/>
        <p:txBody>
          <a:bodyPr>
            <a:normAutofit/>
          </a:bodyPr>
          <a:lstStyle/>
          <a:p>
            <a:r>
              <a:rPr lang="fr-FR" b="0" dirty="0"/>
              <a:t>Etape 3 :</a:t>
            </a:r>
          </a:p>
          <a:p>
            <a:r>
              <a:rPr lang="fr-FR" sz="2000" dirty="0"/>
              <a:t>Instruction technique </a:t>
            </a:r>
          </a:p>
        </p:txBody>
      </p:sp>
      <p:sp>
        <p:nvSpPr>
          <p:cNvPr id="35" name="Espace réservé du texte 34"/>
          <p:cNvSpPr>
            <a:spLocks noGrp="1"/>
          </p:cNvSpPr>
          <p:nvPr>
            <p:ph type="body" sz="quarter" idx="15"/>
          </p:nvPr>
        </p:nvSpPr>
        <p:spPr>
          <a:xfrm>
            <a:off x="8760296" y="2929310"/>
            <a:ext cx="3155768" cy="3668042"/>
          </a:xfrm>
        </p:spPr>
        <p:txBody>
          <a:bodyPr>
            <a:normAutofit/>
          </a:bodyPr>
          <a:lstStyle/>
          <a:p>
            <a:pPr algn="just" fontAlgn="base">
              <a:spcBef>
                <a:spcPts val="0"/>
              </a:spcBef>
              <a:spcAft>
                <a:spcPts val="1200"/>
              </a:spcAft>
            </a:pPr>
            <a:r>
              <a:rPr lang="fr-FR" sz="1000" b="1" dirty="0"/>
              <a:t>Cette rubrique permet d’accéder à l’instruction technique des </a:t>
            </a:r>
            <a:r>
              <a:rPr lang="fr-FR" sz="1000" b="1" u="sng" dirty="0"/>
              <a:t>demandes d’aide Travaux,</a:t>
            </a:r>
            <a:r>
              <a:rPr lang="fr-FR" sz="1000" b="1" dirty="0"/>
              <a:t> c’est-à - dire instruire la demande, renseigner la fiche technique et procéder à la validation finale du dossier.</a:t>
            </a:r>
          </a:p>
          <a:p>
            <a:pPr algn="just" fontAlgn="base">
              <a:spcBef>
                <a:spcPts val="600"/>
              </a:spcBef>
              <a:spcAft>
                <a:spcPts val="1200"/>
              </a:spcAft>
            </a:pPr>
            <a:r>
              <a:rPr lang="fr-FR" sz="1000" b="1" dirty="0"/>
              <a:t>      permet d’instruire la demande et de procéder </a:t>
            </a:r>
            <a:r>
              <a:rPr lang="fr-FR" sz="1000" b="1" u="sng" dirty="0"/>
              <a:t>à une première validation </a:t>
            </a:r>
            <a:r>
              <a:rPr lang="fr-FR" sz="1000" b="1" dirty="0"/>
              <a:t>relative à la conformité des travaux du bénéficiaire. </a:t>
            </a:r>
          </a:p>
          <a:p>
            <a:pPr algn="just">
              <a:spcBef>
                <a:spcPts val="0"/>
              </a:spcBef>
              <a:spcAft>
                <a:spcPts val="1200"/>
              </a:spcAft>
            </a:pPr>
            <a:r>
              <a:rPr lang="fr-FR" sz="1000" i="1" dirty="0"/>
              <a:t>Les champs marqués d’un astérisque (</a:t>
            </a:r>
            <a:r>
              <a:rPr lang="fr-FR" sz="1000" i="1" dirty="0">
                <a:solidFill>
                  <a:srgbClr val="FF0000"/>
                </a:solidFill>
              </a:rPr>
              <a:t>*</a:t>
            </a:r>
            <a:r>
              <a:rPr lang="fr-FR" sz="1000" i="1" dirty="0"/>
              <a:t>) doivent être renseignés afin de pouvoir enregistrer la demande. </a:t>
            </a:r>
          </a:p>
          <a:p>
            <a:pPr algn="just">
              <a:spcBef>
                <a:spcPts val="0"/>
              </a:spcBef>
              <a:spcAft>
                <a:spcPts val="1200"/>
              </a:spcAft>
            </a:pPr>
            <a:r>
              <a:rPr lang="fr-FR" sz="1000" b="1" dirty="0"/>
              <a:t>        permet de réinstruire une demande, donc de modifier les devis, le </a:t>
            </a:r>
            <a:r>
              <a:rPr lang="fr-FR" sz="1000" b="1" u="sng" dirty="0"/>
              <a:t>niveau de chèque </a:t>
            </a:r>
            <a:r>
              <a:rPr lang="fr-FR" sz="1000" b="1" dirty="0"/>
              <a:t>et le plan de financement après cette première validation et avant la validation finale.</a:t>
            </a:r>
          </a:p>
          <a:p>
            <a:pPr algn="just">
              <a:spcBef>
                <a:spcPts val="0"/>
              </a:spcBef>
              <a:spcAft>
                <a:spcPts val="1200"/>
              </a:spcAft>
            </a:pPr>
            <a:r>
              <a:rPr lang="fr-FR" sz="1000" i="1" dirty="0"/>
              <a:t>Les demandes d’aide Audit sont à contrôler et à valider dans la rubrique « Remboursement des aides ».</a:t>
            </a:r>
          </a:p>
        </p:txBody>
      </p:sp>
      <p:pic>
        <p:nvPicPr>
          <p:cNvPr id="3074" name="Picture 2" descr="https://cheque-eco-energie-normandie.up-gestion.com/sites/all/modules/custom/block_sub_header_image/images/front_header_logo_ec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22683" y="0"/>
            <a:ext cx="1905000" cy="1666875"/>
          </a:xfrm>
          <a:prstGeom prst="rect">
            <a:avLst/>
          </a:prstGeom>
          <a:noFill/>
          <a:extLst>
            <a:ext uri="{909E8E84-426E-40DD-AFC4-6F175D3DCCD1}">
              <a14:hiddenFill xmlns:a14="http://schemas.microsoft.com/office/drawing/2010/main">
                <a:solidFill>
                  <a:srgbClr val="FFFFFF"/>
                </a:solidFill>
              </a14:hiddenFill>
            </a:ext>
          </a:extLst>
        </p:spPr>
      </p:pic>
      <p:pic>
        <p:nvPicPr>
          <p:cNvPr id="3" name="Image 2"/>
          <p:cNvPicPr>
            <a:picLocks noChangeAspect="1"/>
          </p:cNvPicPr>
          <p:nvPr/>
        </p:nvPicPr>
        <p:blipFill>
          <a:blip r:embed="rId4"/>
          <a:stretch>
            <a:fillRect/>
          </a:stretch>
        </p:blipFill>
        <p:spPr>
          <a:xfrm>
            <a:off x="8832304" y="3973602"/>
            <a:ext cx="219348" cy="175478"/>
          </a:xfrm>
          <a:prstGeom prst="rect">
            <a:avLst/>
          </a:prstGeom>
        </p:spPr>
      </p:pic>
      <p:pic>
        <p:nvPicPr>
          <p:cNvPr id="7" name="Image 6">
            <a:extLst>
              <a:ext uri="{FF2B5EF4-FFF2-40B4-BE49-F238E27FC236}">
                <a16:creationId xmlns:a16="http://schemas.microsoft.com/office/drawing/2014/main" id="{FB148D34-5727-BE73-3937-D307A066FB02}"/>
              </a:ext>
            </a:extLst>
          </p:cNvPr>
          <p:cNvPicPr>
            <a:picLocks noChangeAspect="1"/>
          </p:cNvPicPr>
          <p:nvPr/>
        </p:nvPicPr>
        <p:blipFill>
          <a:blip r:embed="rId5"/>
          <a:stretch>
            <a:fillRect/>
          </a:stretch>
        </p:blipFill>
        <p:spPr>
          <a:xfrm>
            <a:off x="235408" y="44624"/>
            <a:ext cx="8149684" cy="1904012"/>
          </a:xfrm>
          <a:prstGeom prst="rect">
            <a:avLst/>
          </a:prstGeom>
        </p:spPr>
      </p:pic>
      <p:pic>
        <p:nvPicPr>
          <p:cNvPr id="4" name="Image 3">
            <a:extLst>
              <a:ext uri="{FF2B5EF4-FFF2-40B4-BE49-F238E27FC236}">
                <a16:creationId xmlns:a16="http://schemas.microsoft.com/office/drawing/2014/main" id="{529FC589-041A-3B4F-35A5-2EC6463BE423}"/>
              </a:ext>
            </a:extLst>
          </p:cNvPr>
          <p:cNvPicPr>
            <a:picLocks noChangeAspect="1"/>
          </p:cNvPicPr>
          <p:nvPr/>
        </p:nvPicPr>
        <p:blipFill>
          <a:blip r:embed="rId6"/>
          <a:stretch>
            <a:fillRect/>
          </a:stretch>
        </p:blipFill>
        <p:spPr>
          <a:xfrm>
            <a:off x="8900988" y="4964154"/>
            <a:ext cx="219348" cy="265046"/>
          </a:xfrm>
          <a:prstGeom prst="rect">
            <a:avLst/>
          </a:prstGeom>
        </p:spPr>
      </p:pic>
      <p:pic>
        <p:nvPicPr>
          <p:cNvPr id="2" name="Image 1">
            <a:extLst>
              <a:ext uri="{FF2B5EF4-FFF2-40B4-BE49-F238E27FC236}">
                <a16:creationId xmlns:a16="http://schemas.microsoft.com/office/drawing/2014/main" id="{D6B54DAC-02B6-E0E5-03BD-DAA75D3938DE}"/>
              </a:ext>
            </a:extLst>
          </p:cNvPr>
          <p:cNvPicPr>
            <a:picLocks noChangeAspect="1"/>
          </p:cNvPicPr>
          <p:nvPr/>
        </p:nvPicPr>
        <p:blipFill>
          <a:blip r:embed="rId7"/>
          <a:stretch>
            <a:fillRect/>
          </a:stretch>
        </p:blipFill>
        <p:spPr>
          <a:xfrm>
            <a:off x="6793101" y="1186312"/>
            <a:ext cx="518205" cy="530398"/>
          </a:xfrm>
          <a:prstGeom prst="rect">
            <a:avLst/>
          </a:prstGeom>
        </p:spPr>
      </p:pic>
      <p:pic>
        <p:nvPicPr>
          <p:cNvPr id="5" name="Image 4">
            <a:extLst>
              <a:ext uri="{FF2B5EF4-FFF2-40B4-BE49-F238E27FC236}">
                <a16:creationId xmlns:a16="http://schemas.microsoft.com/office/drawing/2014/main" id="{D21D254F-D4C2-8A90-AAED-14394EBDAB7F}"/>
              </a:ext>
            </a:extLst>
          </p:cNvPr>
          <p:cNvPicPr>
            <a:picLocks noChangeAspect="1"/>
          </p:cNvPicPr>
          <p:nvPr/>
        </p:nvPicPr>
        <p:blipFill>
          <a:blip r:embed="rId7"/>
          <a:stretch>
            <a:fillRect/>
          </a:stretch>
        </p:blipFill>
        <p:spPr>
          <a:xfrm rot="15489652">
            <a:off x="7345399" y="1494312"/>
            <a:ext cx="518205" cy="530398"/>
          </a:xfrm>
          <a:prstGeom prst="rect">
            <a:avLst/>
          </a:prstGeom>
        </p:spPr>
      </p:pic>
      <p:pic>
        <p:nvPicPr>
          <p:cNvPr id="11" name="Image 10">
            <a:extLst>
              <a:ext uri="{FF2B5EF4-FFF2-40B4-BE49-F238E27FC236}">
                <a16:creationId xmlns:a16="http://schemas.microsoft.com/office/drawing/2014/main" id="{30197BEE-E8C8-F8BA-9EA3-21A9D69E11DC}"/>
              </a:ext>
            </a:extLst>
          </p:cNvPr>
          <p:cNvPicPr>
            <a:picLocks noChangeAspect="1"/>
          </p:cNvPicPr>
          <p:nvPr/>
        </p:nvPicPr>
        <p:blipFill>
          <a:blip r:embed="rId8"/>
          <a:stretch>
            <a:fillRect/>
          </a:stretch>
        </p:blipFill>
        <p:spPr>
          <a:xfrm rot="16200000">
            <a:off x="1058785" y="1088757"/>
            <a:ext cx="6502929" cy="468048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7599525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B4A71A5A-EB53-6735-737E-1415823EE44F}"/>
              </a:ext>
            </a:extLst>
          </p:cNvPr>
          <p:cNvPicPr>
            <a:picLocks noChangeAspect="1"/>
          </p:cNvPicPr>
          <p:nvPr/>
        </p:nvPicPr>
        <p:blipFill>
          <a:blip r:embed="rId3"/>
          <a:stretch>
            <a:fillRect/>
          </a:stretch>
        </p:blipFill>
        <p:spPr>
          <a:xfrm>
            <a:off x="52846" y="64803"/>
            <a:ext cx="8400256" cy="2066139"/>
          </a:xfrm>
          <a:prstGeom prst="rect">
            <a:avLst/>
          </a:prstGeom>
        </p:spPr>
      </p:pic>
      <p:sp>
        <p:nvSpPr>
          <p:cNvPr id="32" name="Espace réservé du texte 31"/>
          <p:cNvSpPr>
            <a:spLocks noGrp="1"/>
          </p:cNvSpPr>
          <p:nvPr>
            <p:ph type="body" sz="quarter" idx="13"/>
          </p:nvPr>
        </p:nvSpPr>
        <p:spPr/>
        <p:txBody>
          <a:bodyPr>
            <a:normAutofit/>
          </a:bodyPr>
          <a:lstStyle/>
          <a:p>
            <a:r>
              <a:rPr lang="fr-FR" b="0" dirty="0"/>
              <a:t>Etape 3 :</a:t>
            </a:r>
          </a:p>
          <a:p>
            <a:r>
              <a:rPr lang="fr-FR" sz="2000" dirty="0"/>
              <a:t>Instruction technique </a:t>
            </a:r>
          </a:p>
        </p:txBody>
      </p:sp>
      <p:sp>
        <p:nvSpPr>
          <p:cNvPr id="35" name="Espace réservé du texte 34"/>
          <p:cNvSpPr>
            <a:spLocks noGrp="1"/>
          </p:cNvSpPr>
          <p:nvPr>
            <p:ph type="body" sz="quarter" idx="15"/>
          </p:nvPr>
        </p:nvSpPr>
        <p:spPr>
          <a:xfrm>
            <a:off x="8760296" y="2967134"/>
            <a:ext cx="3155768" cy="3651977"/>
          </a:xfrm>
        </p:spPr>
        <p:txBody>
          <a:bodyPr>
            <a:normAutofit/>
          </a:bodyPr>
          <a:lstStyle/>
          <a:p>
            <a:pPr algn="just">
              <a:spcBef>
                <a:spcPts val="0"/>
              </a:spcBef>
              <a:spcAft>
                <a:spcPts val="1200"/>
              </a:spcAft>
            </a:pPr>
            <a:r>
              <a:rPr lang="fr-FR" sz="1100" b="1" dirty="0"/>
              <a:t>    </a:t>
            </a:r>
            <a:r>
              <a:rPr lang="fr-FR" sz="1000" b="1" dirty="0"/>
              <a:t>permet de renseigner la fiche technique qui consiste à saisir le descriptif technique de la situation initiale, de la situation BBC et de la situation correspondant aux travaux mentionnés dans les devis.</a:t>
            </a:r>
          </a:p>
          <a:p>
            <a:pPr algn="just">
              <a:spcBef>
                <a:spcPts val="0"/>
              </a:spcBef>
              <a:spcAft>
                <a:spcPts val="1200"/>
              </a:spcAft>
            </a:pPr>
            <a:r>
              <a:rPr lang="fr-FR" sz="1000" i="1" dirty="0"/>
              <a:t>Si un audit Région a été réalisé au préalable, c’est à l’auditeur de remplir ces colonnes. </a:t>
            </a:r>
          </a:p>
          <a:p>
            <a:pPr algn="just">
              <a:spcBef>
                <a:spcPts val="0"/>
              </a:spcBef>
              <a:spcAft>
                <a:spcPts val="1200"/>
              </a:spcAft>
            </a:pPr>
            <a:r>
              <a:rPr lang="fr-FR" sz="1100" b="1" dirty="0"/>
              <a:t>     </a:t>
            </a:r>
            <a:r>
              <a:rPr lang="fr-FR" sz="1000" b="1" dirty="0"/>
              <a:t>signifie que la fiche technique est entièrement complétée, aucune action ne m’est demandée mais il m’est toujours possible de la modifier.</a:t>
            </a:r>
          </a:p>
          <a:p>
            <a:pPr algn="just">
              <a:spcBef>
                <a:spcPts val="0"/>
              </a:spcBef>
              <a:spcAft>
                <a:spcPts val="1200"/>
              </a:spcAft>
            </a:pPr>
            <a:r>
              <a:rPr lang="fr-FR" sz="1100" b="1" dirty="0"/>
              <a:t>     </a:t>
            </a:r>
            <a:r>
              <a:rPr lang="fr-FR" sz="1000" b="1" dirty="0"/>
              <a:t>signifie que la fiche technique nécessite une intervention de ma part ou que je dois procéder à la validation finale de la demande.</a:t>
            </a:r>
          </a:p>
        </p:txBody>
      </p:sp>
      <p:pic>
        <p:nvPicPr>
          <p:cNvPr id="3074" name="Picture 2" descr="https://cheque-eco-energie-normandie.up-gestion.com/sites/all/modules/custom/block_sub_header_image/images/front_header_logo_ec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22683" y="0"/>
            <a:ext cx="1905000" cy="1666875"/>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Connecteur droit 12"/>
          <p:cNvCxnSpPr>
            <a:cxnSpLocks/>
          </p:cNvCxnSpPr>
          <p:nvPr/>
        </p:nvCxnSpPr>
        <p:spPr>
          <a:xfrm flipV="1">
            <a:off x="2440243" y="3591465"/>
            <a:ext cx="116177" cy="1"/>
          </a:xfrm>
          <a:prstGeom prst="line">
            <a:avLst/>
          </a:prstGeom>
          <a:ln>
            <a:solidFill>
              <a:srgbClr val="F59100"/>
            </a:solidFill>
          </a:ln>
        </p:spPr>
        <p:style>
          <a:lnRef idx="1">
            <a:schemeClr val="accent1"/>
          </a:lnRef>
          <a:fillRef idx="0">
            <a:schemeClr val="accent1"/>
          </a:fillRef>
          <a:effectRef idx="0">
            <a:schemeClr val="accent1"/>
          </a:effectRef>
          <a:fontRef idx="minor">
            <a:schemeClr val="tx1"/>
          </a:fontRef>
        </p:style>
      </p:cxnSp>
      <p:pic>
        <p:nvPicPr>
          <p:cNvPr id="6" name="Image 5"/>
          <p:cNvPicPr>
            <a:picLocks noChangeAspect="1"/>
          </p:cNvPicPr>
          <p:nvPr/>
        </p:nvPicPr>
        <p:blipFill>
          <a:blip r:embed="rId5"/>
          <a:stretch>
            <a:fillRect/>
          </a:stretch>
        </p:blipFill>
        <p:spPr>
          <a:xfrm>
            <a:off x="8832304" y="3068946"/>
            <a:ext cx="144016" cy="130924"/>
          </a:xfrm>
          <a:prstGeom prst="rect">
            <a:avLst/>
          </a:prstGeom>
        </p:spPr>
      </p:pic>
      <p:pic>
        <p:nvPicPr>
          <p:cNvPr id="7" name="Image 6">
            <a:extLst>
              <a:ext uri="{FF2B5EF4-FFF2-40B4-BE49-F238E27FC236}">
                <a16:creationId xmlns:a16="http://schemas.microsoft.com/office/drawing/2014/main" id="{6043ABA8-2FD8-682C-18A0-761BF0CF97CE}"/>
              </a:ext>
            </a:extLst>
          </p:cNvPr>
          <p:cNvPicPr>
            <a:picLocks noChangeAspect="1"/>
          </p:cNvPicPr>
          <p:nvPr/>
        </p:nvPicPr>
        <p:blipFill>
          <a:blip r:embed="rId6"/>
          <a:stretch>
            <a:fillRect/>
          </a:stretch>
        </p:blipFill>
        <p:spPr>
          <a:xfrm>
            <a:off x="290627" y="2205314"/>
            <a:ext cx="7954077" cy="4007282"/>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4" name="Image 3">
            <a:extLst>
              <a:ext uri="{FF2B5EF4-FFF2-40B4-BE49-F238E27FC236}">
                <a16:creationId xmlns:a16="http://schemas.microsoft.com/office/drawing/2014/main" id="{ABEE5E8A-08E2-024F-894D-B13AB5BCE17C}"/>
              </a:ext>
            </a:extLst>
          </p:cNvPr>
          <p:cNvPicPr>
            <a:picLocks noChangeAspect="1"/>
          </p:cNvPicPr>
          <p:nvPr/>
        </p:nvPicPr>
        <p:blipFill>
          <a:blip r:embed="rId7"/>
          <a:stretch>
            <a:fillRect/>
          </a:stretch>
        </p:blipFill>
        <p:spPr>
          <a:xfrm>
            <a:off x="6600056" y="1451511"/>
            <a:ext cx="518205" cy="530398"/>
          </a:xfrm>
          <a:prstGeom prst="rect">
            <a:avLst/>
          </a:prstGeom>
        </p:spPr>
      </p:pic>
      <p:pic>
        <p:nvPicPr>
          <p:cNvPr id="9" name="Image 8">
            <a:extLst>
              <a:ext uri="{FF2B5EF4-FFF2-40B4-BE49-F238E27FC236}">
                <a16:creationId xmlns:a16="http://schemas.microsoft.com/office/drawing/2014/main" id="{74F0EBB1-6DAA-933A-2713-15C0918F7DEE}"/>
              </a:ext>
            </a:extLst>
          </p:cNvPr>
          <p:cNvPicPr>
            <a:picLocks noChangeAspect="1"/>
          </p:cNvPicPr>
          <p:nvPr/>
        </p:nvPicPr>
        <p:blipFill>
          <a:blip r:embed="rId8"/>
          <a:stretch>
            <a:fillRect/>
          </a:stretch>
        </p:blipFill>
        <p:spPr>
          <a:xfrm>
            <a:off x="8842232" y="4423046"/>
            <a:ext cx="148982" cy="130924"/>
          </a:xfrm>
          <a:prstGeom prst="rect">
            <a:avLst/>
          </a:prstGeom>
        </p:spPr>
      </p:pic>
      <p:pic>
        <p:nvPicPr>
          <p:cNvPr id="11" name="Image 10">
            <a:extLst>
              <a:ext uri="{FF2B5EF4-FFF2-40B4-BE49-F238E27FC236}">
                <a16:creationId xmlns:a16="http://schemas.microsoft.com/office/drawing/2014/main" id="{6FD859D6-9D87-5FDC-4948-614099851BCE}"/>
              </a:ext>
            </a:extLst>
          </p:cNvPr>
          <p:cNvPicPr>
            <a:picLocks noChangeAspect="1"/>
          </p:cNvPicPr>
          <p:nvPr/>
        </p:nvPicPr>
        <p:blipFill>
          <a:blip r:embed="rId9"/>
          <a:stretch>
            <a:fillRect/>
          </a:stretch>
        </p:blipFill>
        <p:spPr>
          <a:xfrm>
            <a:off x="8861445" y="5013176"/>
            <a:ext cx="144469" cy="130925"/>
          </a:xfrm>
          <a:prstGeom prst="rect">
            <a:avLst/>
          </a:prstGeom>
        </p:spPr>
      </p:pic>
    </p:spTree>
    <p:extLst>
      <p:ext uri="{BB962C8B-B14F-4D97-AF65-F5344CB8AC3E}">
        <p14:creationId xmlns:p14="http://schemas.microsoft.com/office/powerpoint/2010/main" val="6899400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BFC9AE76-7FA3-76FB-F0CE-A190332D0F76}"/>
              </a:ext>
            </a:extLst>
          </p:cNvPr>
          <p:cNvPicPr>
            <a:picLocks noChangeAspect="1"/>
          </p:cNvPicPr>
          <p:nvPr/>
        </p:nvPicPr>
        <p:blipFill>
          <a:blip r:embed="rId3"/>
          <a:stretch>
            <a:fillRect/>
          </a:stretch>
        </p:blipFill>
        <p:spPr>
          <a:xfrm>
            <a:off x="484778" y="173817"/>
            <a:ext cx="7781138" cy="2077608"/>
          </a:xfrm>
          <a:prstGeom prst="rect">
            <a:avLst/>
          </a:prstGeom>
        </p:spPr>
      </p:pic>
      <p:pic>
        <p:nvPicPr>
          <p:cNvPr id="10" name="Image 9">
            <a:extLst>
              <a:ext uri="{FF2B5EF4-FFF2-40B4-BE49-F238E27FC236}">
                <a16:creationId xmlns:a16="http://schemas.microsoft.com/office/drawing/2014/main" id="{302484FE-FD64-AD3E-B694-566F57219768}"/>
              </a:ext>
            </a:extLst>
          </p:cNvPr>
          <p:cNvPicPr>
            <a:picLocks noChangeAspect="1"/>
          </p:cNvPicPr>
          <p:nvPr/>
        </p:nvPicPr>
        <p:blipFill>
          <a:blip r:embed="rId4"/>
          <a:stretch>
            <a:fillRect/>
          </a:stretch>
        </p:blipFill>
        <p:spPr>
          <a:xfrm>
            <a:off x="489579" y="3936778"/>
            <a:ext cx="7781138" cy="2199132"/>
          </a:xfrm>
          <a:prstGeom prst="rect">
            <a:avLst/>
          </a:prstGeom>
        </p:spPr>
      </p:pic>
      <p:pic>
        <p:nvPicPr>
          <p:cNvPr id="4" name="Image 3">
            <a:extLst>
              <a:ext uri="{FF2B5EF4-FFF2-40B4-BE49-F238E27FC236}">
                <a16:creationId xmlns:a16="http://schemas.microsoft.com/office/drawing/2014/main" id="{DC13AF9B-86E4-3BC8-2F35-BB7036B67BA0}"/>
              </a:ext>
            </a:extLst>
          </p:cNvPr>
          <p:cNvPicPr>
            <a:picLocks noChangeAspect="1"/>
          </p:cNvPicPr>
          <p:nvPr/>
        </p:nvPicPr>
        <p:blipFill>
          <a:blip r:embed="rId5"/>
          <a:stretch>
            <a:fillRect/>
          </a:stretch>
        </p:blipFill>
        <p:spPr>
          <a:xfrm>
            <a:off x="484778" y="2363409"/>
            <a:ext cx="7781138" cy="1476603"/>
          </a:xfrm>
          <a:prstGeom prst="rect">
            <a:avLst/>
          </a:prstGeom>
        </p:spPr>
      </p:pic>
      <p:sp>
        <p:nvSpPr>
          <p:cNvPr id="32" name="Espace réservé du texte 31"/>
          <p:cNvSpPr>
            <a:spLocks noGrp="1"/>
          </p:cNvSpPr>
          <p:nvPr>
            <p:ph type="body" sz="quarter" idx="13"/>
          </p:nvPr>
        </p:nvSpPr>
        <p:spPr/>
        <p:txBody>
          <a:bodyPr>
            <a:normAutofit/>
          </a:bodyPr>
          <a:lstStyle/>
          <a:p>
            <a:r>
              <a:rPr lang="fr-FR" b="0" dirty="0"/>
              <a:t>Etape 3 :</a:t>
            </a:r>
          </a:p>
          <a:p>
            <a:r>
              <a:rPr lang="fr-FR" sz="2000" dirty="0"/>
              <a:t>Instruction technique </a:t>
            </a:r>
          </a:p>
        </p:txBody>
      </p:sp>
      <p:sp>
        <p:nvSpPr>
          <p:cNvPr id="35" name="Espace réservé du texte 34"/>
          <p:cNvSpPr>
            <a:spLocks noGrp="1"/>
          </p:cNvSpPr>
          <p:nvPr>
            <p:ph type="body" sz="quarter" idx="15"/>
          </p:nvPr>
        </p:nvSpPr>
        <p:spPr>
          <a:xfrm>
            <a:off x="8760296" y="2967134"/>
            <a:ext cx="3155768" cy="3651977"/>
          </a:xfrm>
        </p:spPr>
        <p:txBody>
          <a:bodyPr>
            <a:normAutofit/>
          </a:bodyPr>
          <a:lstStyle/>
          <a:p>
            <a:pPr algn="just">
              <a:spcBef>
                <a:spcPts val="0"/>
              </a:spcBef>
              <a:spcAft>
                <a:spcPts val="1200"/>
              </a:spcAft>
            </a:pPr>
            <a:r>
              <a:rPr lang="fr-FR" sz="1000" b="1" dirty="0"/>
              <a:t>Les champs marqués d’un astérisque (</a:t>
            </a:r>
            <a:r>
              <a:rPr lang="fr-FR" sz="1000" b="1" dirty="0">
                <a:solidFill>
                  <a:srgbClr val="FF0000"/>
                </a:solidFill>
              </a:rPr>
              <a:t>*</a:t>
            </a:r>
            <a:r>
              <a:rPr lang="fr-FR" sz="1000" b="1" dirty="0"/>
              <a:t>) doivent être renseignés pour pouvoir cliquer sur « Enregistrer saisie ». </a:t>
            </a:r>
          </a:p>
          <a:p>
            <a:pPr algn="just">
              <a:spcBef>
                <a:spcPts val="0"/>
              </a:spcBef>
              <a:spcAft>
                <a:spcPts val="1200"/>
              </a:spcAft>
            </a:pPr>
            <a:endParaRPr lang="fr-FR" sz="1000" b="1" dirty="0"/>
          </a:p>
          <a:p>
            <a:pPr algn="just">
              <a:spcBef>
                <a:spcPts val="0"/>
              </a:spcBef>
              <a:spcAft>
                <a:spcPts val="1200"/>
              </a:spcAft>
            </a:pPr>
            <a:r>
              <a:rPr lang="fr-FR" sz="1000" b="1" dirty="0"/>
              <a:t>Pour finaliser l’instruction technique, chacune des 3 colonnes doit être validée (bouton « </a:t>
            </a:r>
            <a:r>
              <a:rPr lang="fr-FR" sz="1000" b="1" dirty="0">
                <a:solidFill>
                  <a:srgbClr val="3AD02E"/>
                </a:solidFill>
              </a:rPr>
              <a:t>Oui </a:t>
            </a:r>
            <a:r>
              <a:rPr lang="fr-FR" sz="1000" b="1" dirty="0"/>
              <a:t>»).</a:t>
            </a:r>
          </a:p>
          <a:p>
            <a:pPr algn="just">
              <a:spcBef>
                <a:spcPts val="0"/>
              </a:spcBef>
              <a:spcAft>
                <a:spcPts val="1200"/>
              </a:spcAft>
            </a:pPr>
            <a:r>
              <a:rPr lang="fr-FR" sz="1000" b="1" dirty="0"/>
              <a:t>Si j’estime que ma demande d’aide est terminée </a:t>
            </a:r>
            <a:r>
              <a:rPr lang="fr-FR" sz="1000" dirty="0"/>
              <a:t>(statut « Demande en attente validation Conseiller »)</a:t>
            </a:r>
            <a:r>
              <a:rPr lang="fr-FR" sz="1000" b="1" dirty="0"/>
              <a:t>, je viens cliquer sur le bouton « </a:t>
            </a:r>
            <a:r>
              <a:rPr lang="fr-FR" sz="1000" b="1" dirty="0">
                <a:solidFill>
                  <a:srgbClr val="3AD02E"/>
                </a:solidFill>
              </a:rPr>
              <a:t>Validation finale de la demande d’aide </a:t>
            </a:r>
            <a:r>
              <a:rPr lang="fr-FR" sz="1000" b="1" dirty="0"/>
              <a:t>».</a:t>
            </a:r>
          </a:p>
          <a:p>
            <a:pPr algn="just">
              <a:spcBef>
                <a:spcPts val="0"/>
              </a:spcBef>
              <a:spcAft>
                <a:spcPts val="1200"/>
              </a:spcAft>
            </a:pPr>
            <a:endParaRPr lang="fr-FR" sz="1100" b="1" dirty="0"/>
          </a:p>
        </p:txBody>
      </p:sp>
      <p:pic>
        <p:nvPicPr>
          <p:cNvPr id="3074" name="Picture 2" descr="https://cheque-eco-energie-normandie.up-gestion.com/sites/all/modules/custom/block_sub_header_image/images/front_header_logo_eco.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22683" y="0"/>
            <a:ext cx="1905000" cy="1666875"/>
          </a:xfrm>
          <a:prstGeom prst="rect">
            <a:avLst/>
          </a:prstGeom>
          <a:noFill/>
          <a:extLst>
            <a:ext uri="{909E8E84-426E-40DD-AFC4-6F175D3DCCD1}">
              <a14:hiddenFill xmlns:a14="http://schemas.microsoft.com/office/drawing/2010/main">
                <a:solidFill>
                  <a:srgbClr val="FFFFFF"/>
                </a:solidFill>
              </a14:hiddenFill>
            </a:ext>
          </a:extLst>
        </p:spPr>
      </p:pic>
      <p:sp>
        <p:nvSpPr>
          <p:cNvPr id="11" name="ZoneTexte 10"/>
          <p:cNvSpPr txBox="1"/>
          <p:nvPr/>
        </p:nvSpPr>
        <p:spPr>
          <a:xfrm>
            <a:off x="50322" y="1396417"/>
            <a:ext cx="1149134" cy="783193"/>
          </a:xfrm>
          <a:prstGeom prst="roundRect">
            <a:avLst/>
          </a:prstGeom>
          <a:solidFill>
            <a:schemeClr val="accent6">
              <a:lumMod val="20000"/>
              <a:lumOff val="80000"/>
            </a:schemeClr>
          </a:solidFill>
          <a:ln w="6350">
            <a:solidFill>
              <a:srgbClr val="F59100"/>
            </a:solidFill>
          </a:ln>
        </p:spPr>
        <p:style>
          <a:lnRef idx="2">
            <a:schemeClr val="accent6"/>
          </a:lnRef>
          <a:fillRef idx="1">
            <a:schemeClr val="lt1"/>
          </a:fillRef>
          <a:effectRef idx="0">
            <a:schemeClr val="accent6"/>
          </a:effectRef>
          <a:fontRef idx="minor">
            <a:schemeClr val="dk1"/>
          </a:fontRef>
        </p:style>
        <p:txBody>
          <a:bodyPr wrap="square" lIns="36000" rIns="36000" rtlCol="0">
            <a:spAutoFit/>
          </a:bodyPr>
          <a:lstStyle/>
          <a:p>
            <a:pPr marL="0" marR="0" indent="0" algn="ctr" defTabSz="914400" rtl="0" eaLnBrk="1" fontAlgn="auto" latinLnBrk="0" hangingPunct="1">
              <a:lnSpc>
                <a:spcPct val="100000"/>
              </a:lnSpc>
              <a:spcBef>
                <a:spcPts val="0"/>
              </a:spcBef>
              <a:spcAft>
                <a:spcPts val="0"/>
              </a:spcAft>
              <a:buClrTx/>
              <a:buSzTx/>
              <a:buFontTx/>
              <a:buNone/>
              <a:tabLst/>
            </a:pPr>
            <a:r>
              <a:rPr lang="fr-FR" sz="800" dirty="0">
                <a:solidFill>
                  <a:schemeClr val="bg1">
                    <a:lumMod val="50000"/>
                  </a:schemeClr>
                </a:solidFill>
                <a:latin typeface="Arial" charset="0"/>
                <a:ea typeface="Arial" charset="0"/>
                <a:cs typeface="Arial" charset="0"/>
              </a:rPr>
              <a:t>Je peux consulter l’audit initial</a:t>
            </a:r>
          </a:p>
          <a:p>
            <a:pPr marL="0" marR="0" indent="0" algn="ctr" defTabSz="914400" rtl="0" eaLnBrk="1" fontAlgn="auto" latinLnBrk="0" hangingPunct="1">
              <a:lnSpc>
                <a:spcPct val="100000"/>
              </a:lnSpc>
              <a:spcBef>
                <a:spcPts val="0"/>
              </a:spcBef>
              <a:spcAft>
                <a:spcPts val="0"/>
              </a:spcAft>
              <a:buClrTx/>
              <a:buSzTx/>
              <a:buFontTx/>
              <a:buNone/>
              <a:tabLst/>
            </a:pPr>
            <a:r>
              <a:rPr lang="fr-FR" sz="800" dirty="0">
                <a:solidFill>
                  <a:schemeClr val="bg1">
                    <a:lumMod val="50000"/>
                  </a:schemeClr>
                </a:solidFill>
                <a:latin typeface="Arial" charset="0"/>
                <a:ea typeface="Arial" charset="0"/>
                <a:cs typeface="Arial" charset="0"/>
              </a:rPr>
              <a:t>et les devis</a:t>
            </a:r>
          </a:p>
          <a:p>
            <a:pPr marL="0" marR="0" indent="0" algn="ctr" defTabSz="914400" rtl="0" eaLnBrk="1" fontAlgn="auto" latinLnBrk="0" hangingPunct="1">
              <a:lnSpc>
                <a:spcPct val="100000"/>
              </a:lnSpc>
              <a:spcBef>
                <a:spcPts val="0"/>
              </a:spcBef>
              <a:spcAft>
                <a:spcPts val="0"/>
              </a:spcAft>
              <a:buClrTx/>
              <a:buSzTx/>
              <a:buFontTx/>
              <a:buNone/>
              <a:tabLst/>
            </a:pPr>
            <a:r>
              <a:rPr lang="fr-FR" sz="800" dirty="0">
                <a:solidFill>
                  <a:schemeClr val="bg1">
                    <a:lumMod val="50000"/>
                  </a:schemeClr>
                </a:solidFill>
                <a:latin typeface="Arial" charset="0"/>
                <a:ea typeface="Arial" charset="0"/>
                <a:cs typeface="Arial" charset="0"/>
              </a:rPr>
              <a:t>des travaux</a:t>
            </a:r>
          </a:p>
          <a:p>
            <a:pPr marL="0" marR="0" indent="0" algn="ctr" defTabSz="914400" rtl="0" eaLnBrk="1" fontAlgn="auto" latinLnBrk="0" hangingPunct="1">
              <a:lnSpc>
                <a:spcPct val="100000"/>
              </a:lnSpc>
              <a:spcBef>
                <a:spcPts val="0"/>
              </a:spcBef>
              <a:spcAft>
                <a:spcPts val="0"/>
              </a:spcAft>
              <a:buClrTx/>
              <a:buSzTx/>
              <a:buFontTx/>
              <a:buNone/>
              <a:tabLst/>
            </a:pPr>
            <a:r>
              <a:rPr lang="fr-FR" sz="800" dirty="0">
                <a:solidFill>
                  <a:schemeClr val="bg1">
                    <a:lumMod val="50000"/>
                  </a:schemeClr>
                </a:solidFill>
                <a:latin typeface="Arial" charset="0"/>
                <a:ea typeface="Arial" charset="0"/>
                <a:cs typeface="Arial" charset="0"/>
              </a:rPr>
              <a:t>de rénovation</a:t>
            </a:r>
            <a:endParaRPr lang="fr-FR" sz="800" b="0" i="0" kern="1200" dirty="0">
              <a:solidFill>
                <a:schemeClr val="bg1">
                  <a:lumMod val="50000"/>
                </a:schemeClr>
              </a:solidFill>
              <a:effectLst/>
              <a:latin typeface="Arial" charset="0"/>
              <a:ea typeface="Arial" charset="0"/>
              <a:cs typeface="Arial" charset="0"/>
            </a:endParaRPr>
          </a:p>
        </p:txBody>
      </p:sp>
      <p:cxnSp>
        <p:nvCxnSpPr>
          <p:cNvPr id="13" name="Connecteur droit 12"/>
          <p:cNvCxnSpPr>
            <a:cxnSpLocks/>
            <a:stCxn id="11" idx="3"/>
          </p:cNvCxnSpPr>
          <p:nvPr/>
        </p:nvCxnSpPr>
        <p:spPr>
          <a:xfrm flipV="1">
            <a:off x="1199456" y="913216"/>
            <a:ext cx="770295" cy="874798"/>
          </a:xfrm>
          <a:prstGeom prst="line">
            <a:avLst/>
          </a:prstGeom>
          <a:ln>
            <a:solidFill>
              <a:srgbClr val="F59100"/>
            </a:solidFill>
          </a:ln>
        </p:spPr>
        <p:style>
          <a:lnRef idx="1">
            <a:schemeClr val="accent1"/>
          </a:lnRef>
          <a:fillRef idx="0">
            <a:schemeClr val="accent1"/>
          </a:fillRef>
          <a:effectRef idx="0">
            <a:schemeClr val="accent1"/>
          </a:effectRef>
          <a:fontRef idx="minor">
            <a:schemeClr val="tx1"/>
          </a:fontRef>
        </p:style>
      </p:cxnSp>
      <p:cxnSp>
        <p:nvCxnSpPr>
          <p:cNvPr id="18" name="Connecteur droit 17">
            <a:extLst>
              <a:ext uri="{FF2B5EF4-FFF2-40B4-BE49-F238E27FC236}">
                <a16:creationId xmlns:a16="http://schemas.microsoft.com/office/drawing/2014/main" id="{2B28882B-48DF-AC77-48FD-317F4DEA79F4}"/>
              </a:ext>
            </a:extLst>
          </p:cNvPr>
          <p:cNvCxnSpPr>
            <a:cxnSpLocks/>
            <a:stCxn id="11" idx="3"/>
          </p:cNvCxnSpPr>
          <p:nvPr/>
        </p:nvCxnSpPr>
        <p:spPr>
          <a:xfrm flipV="1">
            <a:off x="1199456" y="969260"/>
            <a:ext cx="5760640" cy="818754"/>
          </a:xfrm>
          <a:prstGeom prst="line">
            <a:avLst/>
          </a:prstGeom>
          <a:ln>
            <a:solidFill>
              <a:srgbClr val="F59100"/>
            </a:solidFill>
          </a:ln>
        </p:spPr>
        <p:style>
          <a:lnRef idx="1">
            <a:schemeClr val="accent1"/>
          </a:lnRef>
          <a:fillRef idx="0">
            <a:schemeClr val="accent1"/>
          </a:fillRef>
          <a:effectRef idx="0">
            <a:schemeClr val="accent1"/>
          </a:effectRef>
          <a:fontRef idx="minor">
            <a:schemeClr val="tx1"/>
          </a:fontRef>
        </p:style>
      </p:cxnSp>
      <p:pic>
        <p:nvPicPr>
          <p:cNvPr id="3" name="Image 2">
            <a:extLst>
              <a:ext uri="{FF2B5EF4-FFF2-40B4-BE49-F238E27FC236}">
                <a16:creationId xmlns:a16="http://schemas.microsoft.com/office/drawing/2014/main" id="{B149F7A2-4CCE-1BDB-C823-906FD91911DE}"/>
              </a:ext>
            </a:extLst>
          </p:cNvPr>
          <p:cNvPicPr>
            <a:picLocks noChangeAspect="1"/>
          </p:cNvPicPr>
          <p:nvPr/>
        </p:nvPicPr>
        <p:blipFill>
          <a:blip r:embed="rId7"/>
          <a:stretch>
            <a:fillRect/>
          </a:stretch>
        </p:blipFill>
        <p:spPr>
          <a:xfrm>
            <a:off x="4601379" y="5324445"/>
            <a:ext cx="518205" cy="530398"/>
          </a:xfrm>
          <a:prstGeom prst="rect">
            <a:avLst/>
          </a:prstGeom>
        </p:spPr>
      </p:pic>
      <p:pic>
        <p:nvPicPr>
          <p:cNvPr id="6" name="Image 5">
            <a:extLst>
              <a:ext uri="{FF2B5EF4-FFF2-40B4-BE49-F238E27FC236}">
                <a16:creationId xmlns:a16="http://schemas.microsoft.com/office/drawing/2014/main" id="{B1B8F849-F3DF-6CAA-3C02-8E8E681D067B}"/>
              </a:ext>
            </a:extLst>
          </p:cNvPr>
          <p:cNvPicPr>
            <a:picLocks noChangeAspect="1"/>
          </p:cNvPicPr>
          <p:nvPr/>
        </p:nvPicPr>
        <p:blipFill>
          <a:blip r:embed="rId7"/>
          <a:stretch>
            <a:fillRect/>
          </a:stretch>
        </p:blipFill>
        <p:spPr>
          <a:xfrm>
            <a:off x="2783632" y="4437778"/>
            <a:ext cx="518205" cy="530398"/>
          </a:xfrm>
          <a:prstGeom prst="rect">
            <a:avLst/>
          </a:prstGeom>
        </p:spPr>
      </p:pic>
      <p:pic>
        <p:nvPicPr>
          <p:cNvPr id="8" name="Image 7">
            <a:extLst>
              <a:ext uri="{FF2B5EF4-FFF2-40B4-BE49-F238E27FC236}">
                <a16:creationId xmlns:a16="http://schemas.microsoft.com/office/drawing/2014/main" id="{01199B76-CE75-50DD-E87E-589C852422DD}"/>
              </a:ext>
            </a:extLst>
          </p:cNvPr>
          <p:cNvPicPr>
            <a:picLocks noChangeAspect="1"/>
          </p:cNvPicPr>
          <p:nvPr/>
        </p:nvPicPr>
        <p:blipFill>
          <a:blip r:embed="rId7"/>
          <a:stretch>
            <a:fillRect/>
          </a:stretch>
        </p:blipFill>
        <p:spPr>
          <a:xfrm>
            <a:off x="4637904" y="4380576"/>
            <a:ext cx="518205" cy="530398"/>
          </a:xfrm>
          <a:prstGeom prst="rect">
            <a:avLst/>
          </a:prstGeom>
        </p:spPr>
      </p:pic>
      <p:pic>
        <p:nvPicPr>
          <p:cNvPr id="9" name="Image 8">
            <a:extLst>
              <a:ext uri="{FF2B5EF4-FFF2-40B4-BE49-F238E27FC236}">
                <a16:creationId xmlns:a16="http://schemas.microsoft.com/office/drawing/2014/main" id="{9FAD2B22-91D3-5430-7768-CBF76027A7D5}"/>
              </a:ext>
            </a:extLst>
          </p:cNvPr>
          <p:cNvPicPr>
            <a:picLocks noChangeAspect="1"/>
          </p:cNvPicPr>
          <p:nvPr/>
        </p:nvPicPr>
        <p:blipFill>
          <a:blip r:embed="rId7"/>
          <a:stretch>
            <a:fillRect/>
          </a:stretch>
        </p:blipFill>
        <p:spPr>
          <a:xfrm>
            <a:off x="6500092" y="4389395"/>
            <a:ext cx="518205" cy="530398"/>
          </a:xfrm>
          <a:prstGeom prst="rect">
            <a:avLst/>
          </a:prstGeom>
        </p:spPr>
      </p:pic>
      <p:pic>
        <p:nvPicPr>
          <p:cNvPr id="2" name="Image 1">
            <a:extLst>
              <a:ext uri="{FF2B5EF4-FFF2-40B4-BE49-F238E27FC236}">
                <a16:creationId xmlns:a16="http://schemas.microsoft.com/office/drawing/2014/main" id="{4D51060C-CAC2-509C-3199-AB2BFD3C00D4}"/>
              </a:ext>
            </a:extLst>
          </p:cNvPr>
          <p:cNvPicPr>
            <a:picLocks noChangeAspect="1"/>
          </p:cNvPicPr>
          <p:nvPr/>
        </p:nvPicPr>
        <p:blipFill>
          <a:blip r:embed="rId8"/>
          <a:stretch>
            <a:fillRect/>
          </a:stretch>
        </p:blipFill>
        <p:spPr>
          <a:xfrm>
            <a:off x="-106364" y="1207424"/>
            <a:ext cx="365792" cy="377985"/>
          </a:xfrm>
          <a:prstGeom prst="rect">
            <a:avLst/>
          </a:prstGeom>
        </p:spPr>
      </p:pic>
      <p:sp>
        <p:nvSpPr>
          <p:cNvPr id="12" name="ZoneTexte 11">
            <a:extLst>
              <a:ext uri="{FF2B5EF4-FFF2-40B4-BE49-F238E27FC236}">
                <a16:creationId xmlns:a16="http://schemas.microsoft.com/office/drawing/2014/main" id="{43BB55C6-EC79-B5C4-E081-41637EC984FD}"/>
              </a:ext>
            </a:extLst>
          </p:cNvPr>
          <p:cNvSpPr txBox="1"/>
          <p:nvPr/>
        </p:nvSpPr>
        <p:spPr>
          <a:xfrm>
            <a:off x="6158602" y="5179119"/>
            <a:ext cx="1765196" cy="783193"/>
          </a:xfrm>
          <a:prstGeom prst="roundRect">
            <a:avLst/>
          </a:prstGeom>
          <a:solidFill>
            <a:schemeClr val="accent6">
              <a:lumMod val="20000"/>
              <a:lumOff val="80000"/>
            </a:schemeClr>
          </a:solidFill>
          <a:ln w="6350">
            <a:solidFill>
              <a:srgbClr val="F59100"/>
            </a:solidFill>
          </a:ln>
        </p:spPr>
        <p:style>
          <a:lnRef idx="2">
            <a:schemeClr val="accent6"/>
          </a:lnRef>
          <a:fillRef idx="1">
            <a:schemeClr val="lt1"/>
          </a:fillRef>
          <a:effectRef idx="0">
            <a:schemeClr val="accent6"/>
          </a:effectRef>
          <a:fontRef idx="minor">
            <a:schemeClr val="dk1"/>
          </a:fontRef>
        </p:style>
        <p:txBody>
          <a:bodyPr wrap="square" lIns="36000" rIns="36000" rtlCol="0">
            <a:spAutoFit/>
          </a:bodyPr>
          <a:lstStyle/>
          <a:p>
            <a:pPr marL="0" marR="0" indent="0" algn="ctr" defTabSz="914400" rtl="0" eaLnBrk="1" fontAlgn="auto" latinLnBrk="0" hangingPunct="1">
              <a:lnSpc>
                <a:spcPct val="100000"/>
              </a:lnSpc>
              <a:spcBef>
                <a:spcPts val="0"/>
              </a:spcBef>
              <a:spcAft>
                <a:spcPts val="0"/>
              </a:spcAft>
              <a:buClrTx/>
              <a:buSzTx/>
              <a:buFontTx/>
              <a:buNone/>
              <a:tabLst/>
            </a:pPr>
            <a:r>
              <a:rPr lang="fr-FR" sz="800" dirty="0">
                <a:solidFill>
                  <a:schemeClr val="bg1">
                    <a:lumMod val="50000"/>
                  </a:schemeClr>
                </a:solidFill>
                <a:latin typeface="Arial" charset="0"/>
                <a:ea typeface="Arial" charset="0"/>
                <a:cs typeface="Arial" charset="0"/>
              </a:rPr>
              <a:t>Lorsque la fiche technique est validée (validation de la situation initiale, du scénario BBC et de la prescription travaux), je dois procéder à une validation finale</a:t>
            </a:r>
            <a:endParaRPr lang="fr-FR" sz="800" b="0" i="0" kern="1200" dirty="0">
              <a:solidFill>
                <a:schemeClr val="bg1">
                  <a:lumMod val="50000"/>
                </a:schemeClr>
              </a:solidFill>
              <a:effectLst/>
              <a:latin typeface="Arial" charset="0"/>
              <a:ea typeface="Arial" charset="0"/>
              <a:cs typeface="Arial" charset="0"/>
            </a:endParaRPr>
          </a:p>
        </p:txBody>
      </p:sp>
      <p:pic>
        <p:nvPicPr>
          <p:cNvPr id="5" name="Image 4">
            <a:extLst>
              <a:ext uri="{FF2B5EF4-FFF2-40B4-BE49-F238E27FC236}">
                <a16:creationId xmlns:a16="http://schemas.microsoft.com/office/drawing/2014/main" id="{296ABE55-AE4E-9151-D37A-117FE71BC908}"/>
              </a:ext>
            </a:extLst>
          </p:cNvPr>
          <p:cNvPicPr>
            <a:picLocks noChangeAspect="1"/>
          </p:cNvPicPr>
          <p:nvPr/>
        </p:nvPicPr>
        <p:blipFill>
          <a:blip r:embed="rId9"/>
          <a:stretch>
            <a:fillRect/>
          </a:stretch>
        </p:blipFill>
        <p:spPr>
          <a:xfrm>
            <a:off x="6096000" y="4939506"/>
            <a:ext cx="365318" cy="341406"/>
          </a:xfrm>
          <a:prstGeom prst="rect">
            <a:avLst/>
          </a:prstGeom>
        </p:spPr>
      </p:pic>
      <p:sp>
        <p:nvSpPr>
          <p:cNvPr id="17" name="ZoneTexte 16">
            <a:extLst>
              <a:ext uri="{FF2B5EF4-FFF2-40B4-BE49-F238E27FC236}">
                <a16:creationId xmlns:a16="http://schemas.microsoft.com/office/drawing/2014/main" id="{F0A84EEB-4AC5-1D06-1A90-198187244506}"/>
              </a:ext>
            </a:extLst>
          </p:cNvPr>
          <p:cNvSpPr txBox="1"/>
          <p:nvPr/>
        </p:nvSpPr>
        <p:spPr>
          <a:xfrm>
            <a:off x="5659698" y="3462903"/>
            <a:ext cx="1765195" cy="646986"/>
          </a:xfrm>
          <a:prstGeom prst="roundRect">
            <a:avLst/>
          </a:prstGeom>
          <a:solidFill>
            <a:schemeClr val="accent6">
              <a:lumMod val="20000"/>
              <a:lumOff val="80000"/>
            </a:schemeClr>
          </a:solidFill>
          <a:ln w="6350">
            <a:solidFill>
              <a:srgbClr val="F59100"/>
            </a:solidFill>
          </a:ln>
        </p:spPr>
        <p:style>
          <a:lnRef idx="2">
            <a:schemeClr val="accent6"/>
          </a:lnRef>
          <a:fillRef idx="1">
            <a:schemeClr val="lt1"/>
          </a:fillRef>
          <a:effectRef idx="0">
            <a:schemeClr val="accent6"/>
          </a:effectRef>
          <a:fontRef idx="minor">
            <a:schemeClr val="dk1"/>
          </a:fontRef>
        </p:style>
        <p:txBody>
          <a:bodyPr wrap="square" lIns="36000" rIns="36000" rtlCol="0">
            <a:spAutoFit/>
          </a:bodyPr>
          <a:lstStyle/>
          <a:p>
            <a:pPr marL="0" marR="0" indent="0" algn="ctr" defTabSz="914400" rtl="0" eaLnBrk="1" fontAlgn="auto" latinLnBrk="0" hangingPunct="1">
              <a:lnSpc>
                <a:spcPct val="100000"/>
              </a:lnSpc>
              <a:spcBef>
                <a:spcPts val="0"/>
              </a:spcBef>
              <a:spcAft>
                <a:spcPts val="0"/>
              </a:spcAft>
              <a:buClrTx/>
              <a:buSzTx/>
              <a:buFontTx/>
              <a:buNone/>
              <a:tabLst/>
            </a:pPr>
            <a:r>
              <a:rPr lang="fr-FR" sz="800" dirty="0">
                <a:solidFill>
                  <a:schemeClr val="bg1">
                    <a:lumMod val="50000"/>
                  </a:schemeClr>
                </a:solidFill>
                <a:latin typeface="Arial" charset="0"/>
                <a:ea typeface="Arial" charset="0"/>
                <a:cs typeface="Arial" charset="0"/>
              </a:rPr>
              <a:t>Je peux enregistrer mes informations en cours de saisie </a:t>
            </a:r>
          </a:p>
          <a:p>
            <a:pPr marL="0" marR="0" indent="0" algn="ctr" defTabSz="914400" rtl="0" eaLnBrk="1" fontAlgn="auto" latinLnBrk="0" hangingPunct="1">
              <a:lnSpc>
                <a:spcPct val="100000"/>
              </a:lnSpc>
              <a:spcBef>
                <a:spcPts val="0"/>
              </a:spcBef>
              <a:spcAft>
                <a:spcPts val="0"/>
              </a:spcAft>
              <a:buClrTx/>
              <a:buSzTx/>
              <a:buFontTx/>
              <a:buNone/>
              <a:tabLst/>
            </a:pPr>
            <a:r>
              <a:rPr lang="fr-FR" sz="800" dirty="0">
                <a:solidFill>
                  <a:schemeClr val="bg1">
                    <a:lumMod val="50000"/>
                  </a:schemeClr>
                </a:solidFill>
                <a:latin typeface="Arial" charset="0"/>
                <a:ea typeface="Arial" charset="0"/>
                <a:cs typeface="Arial" charset="0"/>
              </a:rPr>
              <a:t>(à condition d’avoir renseigné les champs obligatoires)</a:t>
            </a:r>
            <a:endParaRPr lang="fr-FR" sz="800" b="0" i="0" kern="1200" dirty="0">
              <a:solidFill>
                <a:schemeClr val="bg1">
                  <a:lumMod val="50000"/>
                </a:schemeClr>
              </a:solidFill>
              <a:effectLst/>
              <a:latin typeface="Arial" charset="0"/>
              <a:ea typeface="Arial" charset="0"/>
              <a:cs typeface="Arial" charset="0"/>
            </a:endParaRPr>
          </a:p>
        </p:txBody>
      </p:sp>
      <p:pic>
        <p:nvPicPr>
          <p:cNvPr id="15" name="Image 14">
            <a:extLst>
              <a:ext uri="{FF2B5EF4-FFF2-40B4-BE49-F238E27FC236}">
                <a16:creationId xmlns:a16="http://schemas.microsoft.com/office/drawing/2014/main" id="{4630C2D0-8121-7041-7BED-7EB9BC2C6B21}"/>
              </a:ext>
            </a:extLst>
          </p:cNvPr>
          <p:cNvPicPr>
            <a:picLocks noChangeAspect="1"/>
          </p:cNvPicPr>
          <p:nvPr/>
        </p:nvPicPr>
        <p:blipFill>
          <a:blip r:embed="rId8"/>
          <a:stretch>
            <a:fillRect/>
          </a:stretch>
        </p:blipFill>
        <p:spPr>
          <a:xfrm>
            <a:off x="5476802" y="3273910"/>
            <a:ext cx="365792" cy="377985"/>
          </a:xfrm>
          <a:prstGeom prst="rect">
            <a:avLst/>
          </a:prstGeom>
        </p:spPr>
      </p:pic>
    </p:spTree>
    <p:extLst>
      <p:ext uri="{BB962C8B-B14F-4D97-AF65-F5344CB8AC3E}">
        <p14:creationId xmlns:p14="http://schemas.microsoft.com/office/powerpoint/2010/main" val="20379878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Espace réservé du texte 31"/>
          <p:cNvSpPr>
            <a:spLocks noGrp="1"/>
          </p:cNvSpPr>
          <p:nvPr>
            <p:ph type="body" sz="quarter" idx="13"/>
          </p:nvPr>
        </p:nvSpPr>
        <p:spPr/>
        <p:txBody>
          <a:bodyPr>
            <a:normAutofit/>
          </a:bodyPr>
          <a:lstStyle/>
          <a:p>
            <a:r>
              <a:rPr lang="fr-FR" b="0" dirty="0"/>
              <a:t>Etape 4 :</a:t>
            </a:r>
          </a:p>
          <a:p>
            <a:r>
              <a:rPr lang="fr-FR" sz="2000" dirty="0"/>
              <a:t>Remboursement des aides</a:t>
            </a:r>
          </a:p>
        </p:txBody>
      </p:sp>
      <p:pic>
        <p:nvPicPr>
          <p:cNvPr id="3074" name="Picture 2" descr="https://cheque-eco-energie-normandie.up-gestion.com/sites/all/modules/custom/block_sub_header_image/images/front_header_logo_ec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22683" y="0"/>
            <a:ext cx="1905000" cy="1666875"/>
          </a:xfrm>
          <a:prstGeom prst="rect">
            <a:avLst/>
          </a:prstGeom>
          <a:noFill/>
          <a:extLst>
            <a:ext uri="{909E8E84-426E-40DD-AFC4-6F175D3DCCD1}">
              <a14:hiddenFill xmlns:a14="http://schemas.microsoft.com/office/drawing/2010/main">
                <a:solidFill>
                  <a:srgbClr val="FFFFFF"/>
                </a:solidFill>
              </a14:hiddenFill>
            </a:ext>
          </a:extLst>
        </p:spPr>
      </p:pic>
      <p:pic>
        <p:nvPicPr>
          <p:cNvPr id="3" name="Image 2">
            <a:extLst>
              <a:ext uri="{FF2B5EF4-FFF2-40B4-BE49-F238E27FC236}">
                <a16:creationId xmlns:a16="http://schemas.microsoft.com/office/drawing/2014/main" id="{49588B09-6ED2-6C75-571F-2344F3CFD039}"/>
              </a:ext>
            </a:extLst>
          </p:cNvPr>
          <p:cNvPicPr>
            <a:picLocks noChangeAspect="1"/>
          </p:cNvPicPr>
          <p:nvPr/>
        </p:nvPicPr>
        <p:blipFill>
          <a:blip r:embed="rId4"/>
          <a:stretch>
            <a:fillRect/>
          </a:stretch>
        </p:blipFill>
        <p:spPr>
          <a:xfrm>
            <a:off x="2279576" y="110896"/>
            <a:ext cx="4782217" cy="5838384"/>
          </a:xfrm>
          <a:prstGeom prst="rect">
            <a:avLst/>
          </a:prstGeom>
        </p:spPr>
      </p:pic>
      <p:pic>
        <p:nvPicPr>
          <p:cNvPr id="7" name="Image 6">
            <a:extLst>
              <a:ext uri="{FF2B5EF4-FFF2-40B4-BE49-F238E27FC236}">
                <a16:creationId xmlns:a16="http://schemas.microsoft.com/office/drawing/2014/main" id="{88103454-FBD6-0AE9-4D60-3B2C77A14F0E}"/>
              </a:ext>
            </a:extLst>
          </p:cNvPr>
          <p:cNvPicPr>
            <a:picLocks noChangeAspect="1"/>
          </p:cNvPicPr>
          <p:nvPr/>
        </p:nvPicPr>
        <p:blipFill>
          <a:blip r:embed="rId5"/>
          <a:stretch>
            <a:fillRect/>
          </a:stretch>
        </p:blipFill>
        <p:spPr>
          <a:xfrm>
            <a:off x="3287688" y="2132856"/>
            <a:ext cx="426757" cy="390178"/>
          </a:xfrm>
          <a:prstGeom prst="rect">
            <a:avLst/>
          </a:prstGeom>
        </p:spPr>
      </p:pic>
    </p:spTree>
    <p:extLst>
      <p:ext uri="{BB962C8B-B14F-4D97-AF65-F5344CB8AC3E}">
        <p14:creationId xmlns:p14="http://schemas.microsoft.com/office/powerpoint/2010/main" val="4898886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Image 13">
            <a:extLst>
              <a:ext uri="{FF2B5EF4-FFF2-40B4-BE49-F238E27FC236}">
                <a16:creationId xmlns:a16="http://schemas.microsoft.com/office/drawing/2014/main" id="{8F8C3763-B452-E60D-2CC9-276DF44D5D9E}"/>
              </a:ext>
            </a:extLst>
          </p:cNvPr>
          <p:cNvPicPr>
            <a:picLocks noChangeAspect="1"/>
          </p:cNvPicPr>
          <p:nvPr/>
        </p:nvPicPr>
        <p:blipFill>
          <a:blip r:embed="rId3"/>
          <a:stretch>
            <a:fillRect/>
          </a:stretch>
        </p:blipFill>
        <p:spPr>
          <a:xfrm>
            <a:off x="32051" y="296956"/>
            <a:ext cx="8368206" cy="2432010"/>
          </a:xfrm>
          <a:prstGeom prst="rect">
            <a:avLst/>
          </a:prstGeom>
        </p:spPr>
      </p:pic>
      <p:sp>
        <p:nvSpPr>
          <p:cNvPr id="32" name="Espace réservé du texte 31"/>
          <p:cNvSpPr>
            <a:spLocks noGrp="1"/>
          </p:cNvSpPr>
          <p:nvPr>
            <p:ph type="body" sz="quarter" idx="13"/>
          </p:nvPr>
        </p:nvSpPr>
        <p:spPr/>
        <p:txBody>
          <a:bodyPr>
            <a:normAutofit/>
          </a:bodyPr>
          <a:lstStyle/>
          <a:p>
            <a:r>
              <a:rPr lang="fr-FR" b="0" dirty="0"/>
              <a:t>Etape 4 :</a:t>
            </a:r>
          </a:p>
          <a:p>
            <a:r>
              <a:rPr lang="fr-FR" sz="2000" dirty="0"/>
              <a:t>Remboursement des aides / Audit Région </a:t>
            </a:r>
          </a:p>
        </p:txBody>
      </p:sp>
      <p:sp>
        <p:nvSpPr>
          <p:cNvPr id="35" name="Espace réservé du texte 34"/>
          <p:cNvSpPr>
            <a:spLocks noGrp="1"/>
          </p:cNvSpPr>
          <p:nvPr>
            <p:ph type="body" sz="quarter" idx="15"/>
          </p:nvPr>
        </p:nvSpPr>
        <p:spPr>
          <a:xfrm>
            <a:off x="8760296" y="2967133"/>
            <a:ext cx="3155768" cy="3808667"/>
          </a:xfrm>
        </p:spPr>
        <p:txBody>
          <a:bodyPr>
            <a:normAutofit fontScale="25000" lnSpcReduction="20000"/>
          </a:bodyPr>
          <a:lstStyle/>
          <a:p>
            <a:pPr algn="just" fontAlgn="base">
              <a:lnSpc>
                <a:spcPct val="120000"/>
              </a:lnSpc>
              <a:spcBef>
                <a:spcPts val="0"/>
              </a:spcBef>
              <a:spcAft>
                <a:spcPts val="1200"/>
              </a:spcAft>
            </a:pPr>
            <a:r>
              <a:rPr lang="fr-FR" sz="4000" dirty="0"/>
              <a:t>Cette rubrique permet d’accéder à l’instruction des </a:t>
            </a:r>
            <a:r>
              <a:rPr lang="fr-FR" sz="4000" b="1" u="sng" dirty="0"/>
              <a:t>remboursements des aides Audit</a:t>
            </a:r>
            <a:r>
              <a:rPr lang="fr-FR" sz="4000" dirty="0"/>
              <a:t>.</a:t>
            </a:r>
          </a:p>
          <a:p>
            <a:pPr algn="just" fontAlgn="base">
              <a:lnSpc>
                <a:spcPct val="120000"/>
              </a:lnSpc>
              <a:spcBef>
                <a:spcPts val="0"/>
              </a:spcBef>
              <a:spcAft>
                <a:spcPts val="1200"/>
              </a:spcAft>
            </a:pPr>
            <a:r>
              <a:rPr lang="fr-FR" sz="4000" b="1" dirty="0"/>
              <a:t>      permet d’accéder à l’instruction du remboursement </a:t>
            </a:r>
            <a:r>
              <a:rPr lang="fr-FR" sz="4000" dirty="0"/>
              <a:t>ce qui consiste à :</a:t>
            </a:r>
          </a:p>
          <a:p>
            <a:pPr algn="just" fontAlgn="base">
              <a:lnSpc>
                <a:spcPct val="120000"/>
              </a:lnSpc>
              <a:spcBef>
                <a:spcPts val="0"/>
              </a:spcBef>
              <a:spcAft>
                <a:spcPts val="1200"/>
              </a:spcAft>
            </a:pPr>
            <a:r>
              <a:rPr lang="fr-FR" sz="4000" dirty="0"/>
              <a:t>- Contrôler la conformité du rapport d’audit Région par rapport au cahier des charges régional.</a:t>
            </a:r>
          </a:p>
          <a:p>
            <a:pPr algn="just" fontAlgn="base">
              <a:lnSpc>
                <a:spcPct val="120000"/>
              </a:lnSpc>
              <a:spcBef>
                <a:spcPts val="0"/>
              </a:spcBef>
              <a:spcAft>
                <a:spcPts val="600"/>
              </a:spcAft>
            </a:pPr>
            <a:r>
              <a:rPr lang="fr-FR" sz="4000" dirty="0"/>
              <a:t>- Evaluer l’auditeur en sélectionnant un des feux tricolores et en écrivant un commentaire (visible uniquement par la Région) :</a:t>
            </a:r>
          </a:p>
          <a:p>
            <a:pPr marL="387450" indent="-171450" algn="just" fontAlgn="base">
              <a:lnSpc>
                <a:spcPct val="120000"/>
              </a:lnSpc>
              <a:spcBef>
                <a:spcPts val="0"/>
              </a:spcBef>
              <a:spcAft>
                <a:spcPts val="400"/>
              </a:spcAft>
              <a:buFont typeface="Wingdings" panose="05000000000000000000" pitchFamily="2" charset="2"/>
              <a:buChar char="§"/>
            </a:pPr>
            <a:r>
              <a:rPr lang="fr-FR" sz="4000" dirty="0"/>
              <a:t>Feu vert : Conforme</a:t>
            </a:r>
          </a:p>
          <a:p>
            <a:pPr marL="387450" indent="-171450" algn="just" fontAlgn="base">
              <a:lnSpc>
                <a:spcPct val="120000"/>
              </a:lnSpc>
              <a:spcBef>
                <a:spcPts val="0"/>
              </a:spcBef>
              <a:spcAft>
                <a:spcPts val="400"/>
              </a:spcAft>
              <a:buFont typeface="Wingdings" panose="05000000000000000000" pitchFamily="2" charset="2"/>
              <a:buChar char="§"/>
            </a:pPr>
            <a:r>
              <a:rPr lang="fr-FR" sz="4000" dirty="0"/>
              <a:t>Feu orange : Acceptable mais perfectible</a:t>
            </a:r>
          </a:p>
          <a:p>
            <a:pPr marL="387450" indent="-171450" algn="just" fontAlgn="base">
              <a:lnSpc>
                <a:spcPct val="120000"/>
              </a:lnSpc>
              <a:spcBef>
                <a:spcPts val="0"/>
              </a:spcBef>
              <a:spcAft>
                <a:spcPts val="1200"/>
              </a:spcAft>
              <a:buFont typeface="Wingdings" panose="05000000000000000000" pitchFamily="2" charset="2"/>
              <a:buChar char="§"/>
            </a:pPr>
            <a:r>
              <a:rPr lang="fr-FR" sz="4000" dirty="0"/>
              <a:t>Feu rouge : Non conforme</a:t>
            </a:r>
          </a:p>
          <a:p>
            <a:pPr marL="171450" marR="0" lvl="0" indent="-171450" algn="just" defTabSz="1125444" rtl="0" eaLnBrk="1" fontAlgn="base" latinLnBrk="0" hangingPunct="1">
              <a:lnSpc>
                <a:spcPct val="120000"/>
              </a:lnSpc>
              <a:spcBef>
                <a:spcPts val="0"/>
              </a:spcBef>
              <a:spcAft>
                <a:spcPts val="600"/>
              </a:spcAft>
              <a:buClrTx/>
              <a:buSzTx/>
              <a:buFontTx/>
              <a:buChar char="-"/>
              <a:tabLst/>
              <a:defRPr/>
            </a:pPr>
            <a:r>
              <a:rPr kumimoji="0" lang="fr-FR" sz="4000" b="0" i="0" u="none" strike="noStrike" kern="1200" cap="none" spc="0" normalizeH="0" baseline="0" noProof="0" dirty="0">
                <a:ln>
                  <a:noFill/>
                </a:ln>
                <a:solidFill>
                  <a:prstClr val="white">
                    <a:lumMod val="50000"/>
                  </a:prstClr>
                </a:solidFill>
                <a:effectLst/>
                <a:uLnTx/>
                <a:uFillTx/>
                <a:latin typeface="Arial" panose="020B0604020202020204" pitchFamily="34" charset="0"/>
                <a:ea typeface="+mn-ea"/>
                <a:cs typeface="Arial" panose="020B0604020202020204" pitchFamily="34" charset="0"/>
              </a:rPr>
              <a:t>Valider l’instruction du remboursement</a:t>
            </a:r>
          </a:p>
          <a:p>
            <a:pPr marL="216000" algn="just" fontAlgn="base">
              <a:lnSpc>
                <a:spcPct val="120000"/>
              </a:lnSpc>
              <a:spcBef>
                <a:spcPts val="600"/>
              </a:spcBef>
              <a:spcAft>
                <a:spcPts val="1200"/>
              </a:spcAft>
            </a:pPr>
            <a:r>
              <a:rPr lang="fr-FR" sz="4000" b="1" dirty="0"/>
              <a:t> permet de modifier l’instruction si besoin.</a:t>
            </a:r>
          </a:p>
          <a:p>
            <a:pPr algn="just" fontAlgn="base">
              <a:lnSpc>
                <a:spcPct val="110000"/>
              </a:lnSpc>
              <a:spcBef>
                <a:spcPts val="0"/>
              </a:spcBef>
              <a:spcAft>
                <a:spcPts val="1200"/>
              </a:spcAft>
            </a:pPr>
            <a:r>
              <a:rPr lang="fr-FR" sz="4000" b="1" dirty="0"/>
              <a:t>Si je constate un rapport d’audit non conforme, j’en informe l’auditeur pour qu’il puisse procéder aux modifications nécessaires.</a:t>
            </a:r>
          </a:p>
        </p:txBody>
      </p:sp>
      <p:pic>
        <p:nvPicPr>
          <p:cNvPr id="3074" name="Picture 2" descr="https://cheque-eco-energie-normandie.up-gestion.com/sites/all/modules/custom/block_sub_header_image/images/front_header_logo_ec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22683" y="0"/>
            <a:ext cx="1905000" cy="1666875"/>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 3"/>
          <p:cNvPicPr>
            <a:picLocks noChangeAspect="1"/>
          </p:cNvPicPr>
          <p:nvPr/>
        </p:nvPicPr>
        <p:blipFill rotWithShape="1">
          <a:blip r:embed="rId5"/>
          <a:srcRect b="3454"/>
          <a:stretch/>
        </p:blipFill>
        <p:spPr>
          <a:xfrm>
            <a:off x="2695025" y="2860693"/>
            <a:ext cx="3433025" cy="3808667"/>
          </a:xfrm>
          <a:prstGeom prst="rect">
            <a:avLst/>
          </a:prstGeom>
          <a:ln>
            <a:noFill/>
          </a:ln>
          <a:effectLst>
            <a:outerShdw blurRad="190500" algn="tl" rotWithShape="0">
              <a:srgbClr val="000000">
                <a:alpha val="70000"/>
              </a:srgbClr>
            </a:outerShdw>
          </a:effectLst>
        </p:spPr>
      </p:pic>
      <p:pic>
        <p:nvPicPr>
          <p:cNvPr id="5" name="Image 4"/>
          <p:cNvPicPr>
            <a:picLocks noChangeAspect="1"/>
          </p:cNvPicPr>
          <p:nvPr/>
        </p:nvPicPr>
        <p:blipFill rotWithShape="1">
          <a:blip r:embed="rId6"/>
          <a:srcRect r="6198"/>
          <a:stretch/>
        </p:blipFill>
        <p:spPr>
          <a:xfrm>
            <a:off x="3119888" y="5750935"/>
            <a:ext cx="2904104" cy="558385"/>
          </a:xfrm>
          <a:prstGeom prst="rect">
            <a:avLst/>
          </a:prstGeom>
        </p:spPr>
      </p:pic>
      <p:pic>
        <p:nvPicPr>
          <p:cNvPr id="7" name="Image 6"/>
          <p:cNvPicPr>
            <a:picLocks noChangeAspect="1"/>
          </p:cNvPicPr>
          <p:nvPr/>
        </p:nvPicPr>
        <p:blipFill>
          <a:blip r:embed="rId7"/>
          <a:stretch>
            <a:fillRect/>
          </a:stretch>
        </p:blipFill>
        <p:spPr>
          <a:xfrm>
            <a:off x="8882831" y="3501008"/>
            <a:ext cx="144000" cy="122667"/>
          </a:xfrm>
          <a:prstGeom prst="rect">
            <a:avLst/>
          </a:prstGeom>
        </p:spPr>
      </p:pic>
      <p:pic>
        <p:nvPicPr>
          <p:cNvPr id="6" name="Image 5">
            <a:extLst>
              <a:ext uri="{FF2B5EF4-FFF2-40B4-BE49-F238E27FC236}">
                <a16:creationId xmlns:a16="http://schemas.microsoft.com/office/drawing/2014/main" id="{2B59D426-3233-7753-5465-19CAEB46DCC9}"/>
              </a:ext>
            </a:extLst>
          </p:cNvPr>
          <p:cNvPicPr>
            <a:picLocks noChangeAspect="1"/>
          </p:cNvPicPr>
          <p:nvPr/>
        </p:nvPicPr>
        <p:blipFill>
          <a:blip r:embed="rId8"/>
          <a:stretch>
            <a:fillRect/>
          </a:stretch>
        </p:blipFill>
        <p:spPr>
          <a:xfrm>
            <a:off x="7361124" y="2138318"/>
            <a:ext cx="518205" cy="530398"/>
          </a:xfrm>
          <a:prstGeom prst="rect">
            <a:avLst/>
          </a:prstGeom>
        </p:spPr>
      </p:pic>
      <p:sp>
        <p:nvSpPr>
          <p:cNvPr id="8" name="ZoneTexte 7">
            <a:extLst>
              <a:ext uri="{FF2B5EF4-FFF2-40B4-BE49-F238E27FC236}">
                <a16:creationId xmlns:a16="http://schemas.microsoft.com/office/drawing/2014/main" id="{8D723136-F8AF-AE4E-B2E1-BBBFF1428AD5}"/>
              </a:ext>
            </a:extLst>
          </p:cNvPr>
          <p:cNvSpPr txBox="1"/>
          <p:nvPr/>
        </p:nvSpPr>
        <p:spPr>
          <a:xfrm>
            <a:off x="6491156" y="4355850"/>
            <a:ext cx="1405044" cy="919401"/>
          </a:xfrm>
          <a:prstGeom prst="roundRect">
            <a:avLst/>
          </a:prstGeom>
          <a:solidFill>
            <a:schemeClr val="accent6">
              <a:lumMod val="20000"/>
              <a:lumOff val="80000"/>
            </a:schemeClr>
          </a:solidFill>
          <a:ln w="6350">
            <a:solidFill>
              <a:srgbClr val="F59100"/>
            </a:solidFill>
          </a:ln>
        </p:spPr>
        <p:style>
          <a:lnRef idx="2">
            <a:schemeClr val="accent6"/>
          </a:lnRef>
          <a:fillRef idx="1">
            <a:schemeClr val="lt1"/>
          </a:fillRef>
          <a:effectRef idx="0">
            <a:schemeClr val="accent6"/>
          </a:effectRef>
          <a:fontRef idx="minor">
            <a:schemeClr val="dk1"/>
          </a:fontRef>
        </p:style>
        <p:txBody>
          <a:bodyPr wrap="square" lIns="36000" rIns="36000" rtlCol="0">
            <a:spAutoFit/>
          </a:bodyPr>
          <a:lstStyle/>
          <a:p>
            <a:pPr algn="ctr"/>
            <a:r>
              <a:rPr lang="fr-FR" sz="800" dirty="0">
                <a:solidFill>
                  <a:schemeClr val="bg1">
                    <a:lumMod val="50000"/>
                  </a:schemeClr>
                </a:solidFill>
                <a:latin typeface="Arial" charset="0"/>
                <a:ea typeface="Arial" charset="0"/>
                <a:cs typeface="Arial" charset="0"/>
              </a:rPr>
              <a:t>Je peux consulter le cahier des charges régional en cliquant </a:t>
            </a:r>
            <a:r>
              <a:rPr lang="fr-FR" sz="800" dirty="0">
                <a:solidFill>
                  <a:schemeClr val="accent6">
                    <a:lumMod val="75000"/>
                  </a:schemeClr>
                </a:solidFill>
                <a:latin typeface="Arial" charset="0"/>
                <a:ea typeface="Arial" charset="0"/>
                <a:cs typeface="Arial" charset="0"/>
                <a:hlinkClick r:id="rId9"/>
              </a:rPr>
              <a:t>ici</a:t>
            </a:r>
            <a:r>
              <a:rPr lang="fr-FR" sz="800" dirty="0">
                <a:solidFill>
                  <a:schemeClr val="accent6">
                    <a:lumMod val="75000"/>
                  </a:schemeClr>
                </a:solidFill>
                <a:latin typeface="Arial" charset="0"/>
                <a:ea typeface="Arial" charset="0"/>
                <a:cs typeface="Arial" charset="0"/>
              </a:rPr>
              <a:t> </a:t>
            </a:r>
            <a:r>
              <a:rPr lang="fr-FR" sz="800" dirty="0">
                <a:solidFill>
                  <a:schemeClr val="bg1">
                    <a:lumMod val="50000"/>
                  </a:schemeClr>
                </a:solidFill>
                <a:latin typeface="Arial" charset="0"/>
                <a:cs typeface="Arial" charset="0"/>
              </a:rPr>
              <a:t>et m’appuyer sur cette grille d’analyse (</a:t>
            </a:r>
            <a:r>
              <a:rPr lang="fr-FR" sz="800" u="sng" dirty="0">
                <a:solidFill>
                  <a:schemeClr val="bg1">
                    <a:lumMod val="50000"/>
                  </a:schemeClr>
                </a:solidFill>
                <a:latin typeface="Arial" charset="0"/>
                <a:cs typeface="Arial" charset="0"/>
                <a:hlinkClick r:id="rId10"/>
              </a:rPr>
              <a:t>ici</a:t>
            </a:r>
            <a:r>
              <a:rPr lang="fr-FR" sz="800" u="sng" dirty="0">
                <a:solidFill>
                  <a:schemeClr val="bg1">
                    <a:lumMod val="50000"/>
                  </a:schemeClr>
                </a:solidFill>
                <a:latin typeface="Arial" charset="0"/>
                <a:cs typeface="Arial" charset="0"/>
              </a:rPr>
              <a:t>)</a:t>
            </a:r>
          </a:p>
          <a:p>
            <a:pPr algn="ctr"/>
            <a:endParaRPr lang="fr-FR" sz="800" b="0" i="0" kern="1200" dirty="0">
              <a:solidFill>
                <a:schemeClr val="accent6">
                  <a:lumMod val="75000"/>
                </a:schemeClr>
              </a:solidFill>
              <a:effectLst/>
              <a:latin typeface="Arial" charset="0"/>
              <a:ea typeface="Arial" charset="0"/>
              <a:cs typeface="Arial" charset="0"/>
            </a:endParaRPr>
          </a:p>
        </p:txBody>
      </p:sp>
      <p:pic>
        <p:nvPicPr>
          <p:cNvPr id="9" name="Picture 2" descr="Dessin Animé, Icône, Ampoule, Symbole">
            <a:extLst>
              <a:ext uri="{FF2B5EF4-FFF2-40B4-BE49-F238E27FC236}">
                <a16:creationId xmlns:a16="http://schemas.microsoft.com/office/drawing/2014/main" id="{F1AF67B5-B961-B64D-570C-F3882143C559}"/>
              </a:ext>
            </a:extLst>
          </p:cNvPr>
          <p:cNvPicPr>
            <a:picLocks noChangeAspect="1" noChangeArrowheads="1"/>
          </p:cNvPicPr>
          <p:nvPr/>
        </p:nvPicPr>
        <p:blipFill>
          <a:blip r:embed="rId11"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311156" y="4165820"/>
            <a:ext cx="360000" cy="380059"/>
          </a:xfrm>
          <a:prstGeom prst="rect">
            <a:avLst/>
          </a:prstGeom>
          <a:noFill/>
          <a:extLst>
            <a:ext uri="{909E8E84-426E-40DD-AFC4-6F175D3DCCD1}">
              <a14:hiddenFill xmlns:a14="http://schemas.microsoft.com/office/drawing/2010/main">
                <a:solidFill>
                  <a:srgbClr val="FFFFFF"/>
                </a:solidFill>
              </a14:hiddenFill>
            </a:ext>
          </a:extLst>
        </p:spPr>
      </p:pic>
      <p:pic>
        <p:nvPicPr>
          <p:cNvPr id="11" name="Image 10">
            <a:extLst>
              <a:ext uri="{FF2B5EF4-FFF2-40B4-BE49-F238E27FC236}">
                <a16:creationId xmlns:a16="http://schemas.microsoft.com/office/drawing/2014/main" id="{03A2C425-3CA5-650A-379E-E47A53AF7BA2}"/>
              </a:ext>
            </a:extLst>
          </p:cNvPr>
          <p:cNvPicPr>
            <a:picLocks noChangeAspect="1"/>
          </p:cNvPicPr>
          <p:nvPr/>
        </p:nvPicPr>
        <p:blipFill>
          <a:blip r:embed="rId12"/>
          <a:stretch>
            <a:fillRect/>
          </a:stretch>
        </p:blipFill>
        <p:spPr>
          <a:xfrm>
            <a:off x="8919636" y="5949280"/>
            <a:ext cx="144000" cy="129601"/>
          </a:xfrm>
          <a:prstGeom prst="rect">
            <a:avLst/>
          </a:prstGeom>
        </p:spPr>
      </p:pic>
      <p:pic>
        <p:nvPicPr>
          <p:cNvPr id="10" name="Image 9">
            <a:extLst>
              <a:ext uri="{FF2B5EF4-FFF2-40B4-BE49-F238E27FC236}">
                <a16:creationId xmlns:a16="http://schemas.microsoft.com/office/drawing/2014/main" id="{B2C7677B-747F-06DC-7A12-8BD79F0DA5D3}"/>
              </a:ext>
            </a:extLst>
          </p:cNvPr>
          <p:cNvPicPr>
            <a:picLocks noChangeAspect="1"/>
          </p:cNvPicPr>
          <p:nvPr/>
        </p:nvPicPr>
        <p:blipFill>
          <a:blip r:embed="rId13"/>
          <a:stretch>
            <a:fillRect/>
          </a:stretch>
        </p:blipFill>
        <p:spPr>
          <a:xfrm>
            <a:off x="3575720" y="3566671"/>
            <a:ext cx="518205" cy="530398"/>
          </a:xfrm>
          <a:prstGeom prst="rect">
            <a:avLst/>
          </a:prstGeom>
        </p:spPr>
      </p:pic>
      <p:pic>
        <p:nvPicPr>
          <p:cNvPr id="12" name="Image 11">
            <a:extLst>
              <a:ext uri="{FF2B5EF4-FFF2-40B4-BE49-F238E27FC236}">
                <a16:creationId xmlns:a16="http://schemas.microsoft.com/office/drawing/2014/main" id="{047F7DC6-346A-A057-CF59-4890EDBB5CB7}"/>
              </a:ext>
            </a:extLst>
          </p:cNvPr>
          <p:cNvPicPr>
            <a:picLocks noChangeAspect="1"/>
          </p:cNvPicPr>
          <p:nvPr/>
        </p:nvPicPr>
        <p:blipFill>
          <a:blip r:embed="rId14"/>
          <a:stretch>
            <a:fillRect/>
          </a:stretch>
        </p:blipFill>
        <p:spPr>
          <a:xfrm>
            <a:off x="7361350" y="1830482"/>
            <a:ext cx="518205" cy="530398"/>
          </a:xfrm>
          <a:prstGeom prst="rect">
            <a:avLst/>
          </a:prstGeom>
        </p:spPr>
      </p:pic>
      <p:pic>
        <p:nvPicPr>
          <p:cNvPr id="13" name="Image 12">
            <a:extLst>
              <a:ext uri="{FF2B5EF4-FFF2-40B4-BE49-F238E27FC236}">
                <a16:creationId xmlns:a16="http://schemas.microsoft.com/office/drawing/2014/main" id="{E398E9DA-3A7B-BDF9-4A96-9DC8E12C1303}"/>
              </a:ext>
            </a:extLst>
          </p:cNvPr>
          <p:cNvPicPr>
            <a:picLocks noChangeAspect="1"/>
          </p:cNvPicPr>
          <p:nvPr/>
        </p:nvPicPr>
        <p:blipFill>
          <a:blip r:embed="rId14"/>
          <a:stretch>
            <a:fillRect/>
          </a:stretch>
        </p:blipFill>
        <p:spPr>
          <a:xfrm>
            <a:off x="3352476" y="6404161"/>
            <a:ext cx="518205" cy="530398"/>
          </a:xfrm>
          <a:prstGeom prst="rect">
            <a:avLst/>
          </a:prstGeom>
        </p:spPr>
      </p:pic>
    </p:spTree>
    <p:extLst>
      <p:ext uri="{BB962C8B-B14F-4D97-AF65-F5344CB8AC3E}">
        <p14:creationId xmlns:p14="http://schemas.microsoft.com/office/powerpoint/2010/main" val="18474084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Espace réservé du texte 31"/>
          <p:cNvSpPr>
            <a:spLocks noGrp="1"/>
          </p:cNvSpPr>
          <p:nvPr>
            <p:ph type="body" sz="quarter" idx="13"/>
          </p:nvPr>
        </p:nvSpPr>
        <p:spPr/>
        <p:txBody>
          <a:bodyPr>
            <a:normAutofit/>
          </a:bodyPr>
          <a:lstStyle/>
          <a:p>
            <a:r>
              <a:rPr lang="fr-FR" b="0" dirty="0"/>
              <a:t>Etape 4 :</a:t>
            </a:r>
          </a:p>
          <a:p>
            <a:r>
              <a:rPr lang="fr-FR" sz="2000" dirty="0"/>
              <a:t>Remboursement des aides / Travaux avec avance </a:t>
            </a:r>
          </a:p>
        </p:txBody>
      </p:sp>
      <p:sp>
        <p:nvSpPr>
          <p:cNvPr id="35" name="Espace réservé du texte 34"/>
          <p:cNvSpPr>
            <a:spLocks noGrp="1"/>
          </p:cNvSpPr>
          <p:nvPr>
            <p:ph type="body" sz="quarter" idx="15"/>
          </p:nvPr>
        </p:nvSpPr>
        <p:spPr>
          <a:xfrm>
            <a:off x="8760296" y="2967134"/>
            <a:ext cx="3155768" cy="3630218"/>
          </a:xfrm>
        </p:spPr>
        <p:txBody>
          <a:bodyPr>
            <a:normAutofit/>
          </a:bodyPr>
          <a:lstStyle/>
          <a:p>
            <a:pPr algn="just" fontAlgn="base">
              <a:lnSpc>
                <a:spcPct val="90000"/>
              </a:lnSpc>
              <a:spcBef>
                <a:spcPts val="0"/>
              </a:spcBef>
              <a:spcAft>
                <a:spcPts val="1200"/>
              </a:spcAft>
            </a:pPr>
            <a:r>
              <a:rPr lang="fr-FR" sz="1000" dirty="0"/>
              <a:t>Pour les aides Travaux suivantes, des avances sont versées :</a:t>
            </a:r>
          </a:p>
          <a:p>
            <a:pPr marL="171450" indent="-171450" algn="just" fontAlgn="base">
              <a:lnSpc>
                <a:spcPct val="90000"/>
              </a:lnSpc>
              <a:spcBef>
                <a:spcPts val="0"/>
              </a:spcBef>
              <a:spcAft>
                <a:spcPts val="600"/>
              </a:spcAft>
              <a:buFontTx/>
              <a:buChar char="-"/>
            </a:pPr>
            <a:r>
              <a:rPr lang="fr-FR" sz="1000" dirty="0"/>
              <a:t>BBC </a:t>
            </a:r>
            <a:r>
              <a:rPr lang="fr-FR" sz="1000" i="1" dirty="0"/>
              <a:t>(ancien dispositif)</a:t>
            </a:r>
          </a:p>
          <a:p>
            <a:pPr marL="171450" indent="-171450" algn="just" fontAlgn="base">
              <a:lnSpc>
                <a:spcPct val="90000"/>
              </a:lnSpc>
              <a:spcBef>
                <a:spcPts val="0"/>
              </a:spcBef>
              <a:spcAft>
                <a:spcPts val="600"/>
              </a:spcAft>
              <a:buFontTx/>
              <a:buChar char="-"/>
            </a:pPr>
            <a:r>
              <a:rPr lang="fr-FR" sz="1000" dirty="0"/>
              <a:t>BBC Biosourcé </a:t>
            </a:r>
            <a:r>
              <a:rPr lang="fr-FR" sz="1000" i="1" dirty="0"/>
              <a:t>(ancien dispositif)</a:t>
            </a:r>
          </a:p>
          <a:p>
            <a:pPr marL="171450" indent="-171450" algn="just" fontAlgn="base">
              <a:lnSpc>
                <a:spcPct val="90000"/>
              </a:lnSpc>
              <a:spcBef>
                <a:spcPts val="0"/>
              </a:spcBef>
              <a:spcAft>
                <a:spcPts val="600"/>
              </a:spcAft>
              <a:buFontTx/>
              <a:buChar char="-"/>
            </a:pPr>
            <a:r>
              <a:rPr lang="fr-FR" sz="1000" dirty="0"/>
              <a:t>1</a:t>
            </a:r>
            <a:r>
              <a:rPr lang="fr-FR" sz="1000" baseline="30000" dirty="0"/>
              <a:t>ère</a:t>
            </a:r>
            <a:r>
              <a:rPr lang="fr-FR" sz="1000" dirty="0"/>
              <a:t> étape BBC avec rénovateur</a:t>
            </a:r>
          </a:p>
          <a:p>
            <a:pPr marL="171450" indent="-171450" algn="just" fontAlgn="base">
              <a:lnSpc>
                <a:spcPct val="90000"/>
              </a:lnSpc>
              <a:spcBef>
                <a:spcPts val="0"/>
              </a:spcBef>
              <a:spcAft>
                <a:spcPts val="1200"/>
              </a:spcAft>
              <a:buFontTx/>
              <a:buChar char="-"/>
            </a:pPr>
            <a:r>
              <a:rPr lang="fr-FR" sz="1000" dirty="0"/>
              <a:t>Rénovation globale</a:t>
            </a:r>
          </a:p>
          <a:p>
            <a:pPr algn="just" fontAlgn="base">
              <a:lnSpc>
                <a:spcPct val="90000"/>
              </a:lnSpc>
              <a:spcBef>
                <a:spcPts val="0"/>
              </a:spcBef>
              <a:spcAft>
                <a:spcPts val="1200"/>
              </a:spcAft>
            </a:pPr>
            <a:r>
              <a:rPr lang="fr-FR" sz="1000" dirty="0"/>
              <a:t>Pour en bénéficier, le particulier devra transmettre son 1</a:t>
            </a:r>
            <a:r>
              <a:rPr lang="fr-FR" sz="1000" baseline="30000" dirty="0"/>
              <a:t>er</a:t>
            </a:r>
            <a:r>
              <a:rPr lang="fr-FR" sz="1000" dirty="0"/>
              <a:t> chèque, son RIB et sa fiche de liaison.</a:t>
            </a:r>
          </a:p>
          <a:p>
            <a:pPr algn="just" fontAlgn="base">
              <a:lnSpc>
                <a:spcPct val="90000"/>
              </a:lnSpc>
              <a:spcBef>
                <a:spcPts val="0"/>
              </a:spcBef>
              <a:spcAft>
                <a:spcPts val="1200"/>
              </a:spcAft>
            </a:pPr>
            <a:endParaRPr lang="fr-FR" sz="400" dirty="0"/>
          </a:p>
          <a:p>
            <a:pPr algn="just" fontAlgn="base">
              <a:lnSpc>
                <a:spcPct val="90000"/>
              </a:lnSpc>
              <a:spcBef>
                <a:spcPts val="0"/>
              </a:spcBef>
              <a:spcAft>
                <a:spcPts val="1200"/>
              </a:spcAft>
            </a:pPr>
            <a:r>
              <a:rPr lang="fr-FR" sz="1000" b="1" dirty="0"/>
              <a:t>      permet de télécharger la fiche de liaison dans le dossier </a:t>
            </a:r>
            <a:r>
              <a:rPr lang="fr-FR" sz="1000" dirty="0"/>
              <a:t>(rubrique « consultation des dossiers »)</a:t>
            </a:r>
            <a:r>
              <a:rPr lang="fr-FR" sz="1000" b="1" dirty="0"/>
              <a:t> et n’est disponible qu’après passage en CP. </a:t>
            </a:r>
          </a:p>
          <a:p>
            <a:pPr algn="just" fontAlgn="base">
              <a:lnSpc>
                <a:spcPct val="90000"/>
              </a:lnSpc>
              <a:spcBef>
                <a:spcPts val="0"/>
              </a:spcBef>
              <a:spcAft>
                <a:spcPts val="1200"/>
              </a:spcAft>
            </a:pPr>
            <a:r>
              <a:rPr lang="fr-FR" sz="1000" b="1" dirty="0"/>
              <a:t>Je ne transmets la fiche de liaison au particulier qu’au moment où les travaux commencent ou lorsque je suis assuré que les travaux vont bien être engagés.</a:t>
            </a:r>
          </a:p>
        </p:txBody>
      </p:sp>
      <p:pic>
        <p:nvPicPr>
          <p:cNvPr id="3074" name="Picture 2" descr="https://cheque-eco-energie-normandie.up-gestion.com/sites/all/modules/custom/block_sub_header_image/images/front_header_logo_ec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22683" y="0"/>
            <a:ext cx="1905000" cy="1666875"/>
          </a:xfrm>
          <a:prstGeom prst="rect">
            <a:avLst/>
          </a:prstGeom>
          <a:noFill/>
          <a:extLst>
            <a:ext uri="{909E8E84-426E-40DD-AFC4-6F175D3DCCD1}">
              <a14:hiddenFill xmlns:a14="http://schemas.microsoft.com/office/drawing/2010/main">
                <a:solidFill>
                  <a:srgbClr val="FFFFFF"/>
                </a:solidFill>
              </a14:hiddenFill>
            </a:ext>
          </a:extLst>
        </p:spPr>
      </p:pic>
      <p:pic>
        <p:nvPicPr>
          <p:cNvPr id="3" name="Image 2">
            <a:extLst>
              <a:ext uri="{FF2B5EF4-FFF2-40B4-BE49-F238E27FC236}">
                <a16:creationId xmlns:a16="http://schemas.microsoft.com/office/drawing/2014/main" id="{0DFD2CCD-0357-3001-518F-C7F0E0843344}"/>
              </a:ext>
            </a:extLst>
          </p:cNvPr>
          <p:cNvPicPr>
            <a:picLocks noChangeAspect="1"/>
          </p:cNvPicPr>
          <p:nvPr/>
        </p:nvPicPr>
        <p:blipFill>
          <a:blip r:embed="rId4"/>
          <a:stretch>
            <a:fillRect/>
          </a:stretch>
        </p:blipFill>
        <p:spPr>
          <a:xfrm>
            <a:off x="275936" y="260648"/>
            <a:ext cx="8057038" cy="1828779"/>
          </a:xfrm>
          <a:prstGeom prst="rect">
            <a:avLst/>
          </a:prstGeom>
        </p:spPr>
      </p:pic>
      <p:pic>
        <p:nvPicPr>
          <p:cNvPr id="11" name="Picture 2" descr="http://www.cameleonproprete.com/files/fi5c-76pih5wq5ior-junzx.gif"/>
          <p:cNvPicPr>
            <a:picLocks noChangeAspect="1" noChangeArrowheads="1"/>
          </p:cNvPicPr>
          <p:nvPr/>
        </p:nvPicPr>
        <p:blipFill>
          <a:blip r:embed="rId5" cstate="print">
            <a:duotone>
              <a:prstClr val="black"/>
              <a:schemeClr val="accent5">
                <a:tint val="45000"/>
                <a:satMod val="400000"/>
              </a:schemeClr>
            </a:duotone>
            <a:extLst>
              <a:ext uri="{28A0092B-C50C-407E-A947-70E740481C1C}">
                <a14:useLocalDpi xmlns:a14="http://schemas.microsoft.com/office/drawing/2010/main" val="0"/>
              </a:ext>
            </a:extLst>
          </a:blip>
          <a:srcRect/>
          <a:stretch>
            <a:fillRect/>
          </a:stretch>
        </p:blipFill>
        <p:spPr bwMode="auto">
          <a:xfrm rot="1765249" flipH="1">
            <a:off x="6221186" y="723823"/>
            <a:ext cx="360000" cy="401087"/>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 4">
            <a:extLst>
              <a:ext uri="{FF2B5EF4-FFF2-40B4-BE49-F238E27FC236}">
                <a16:creationId xmlns:a16="http://schemas.microsoft.com/office/drawing/2014/main" id="{D5337803-CD7C-8BC5-5791-DE0383DE67E8}"/>
              </a:ext>
            </a:extLst>
          </p:cNvPr>
          <p:cNvPicPr>
            <a:picLocks noChangeAspect="1"/>
          </p:cNvPicPr>
          <p:nvPr/>
        </p:nvPicPr>
        <p:blipFill>
          <a:blip r:embed="rId6"/>
          <a:stretch>
            <a:fillRect/>
          </a:stretch>
        </p:blipFill>
        <p:spPr>
          <a:xfrm>
            <a:off x="8832304" y="4941168"/>
            <a:ext cx="216024" cy="190610"/>
          </a:xfrm>
          <a:prstGeom prst="rect">
            <a:avLst/>
          </a:prstGeom>
        </p:spPr>
      </p:pic>
      <p:pic>
        <p:nvPicPr>
          <p:cNvPr id="7" name="Image 6">
            <a:extLst>
              <a:ext uri="{FF2B5EF4-FFF2-40B4-BE49-F238E27FC236}">
                <a16:creationId xmlns:a16="http://schemas.microsoft.com/office/drawing/2014/main" id="{EA283E27-50D5-CAF0-0412-2FB8B83C9C4E}"/>
              </a:ext>
            </a:extLst>
          </p:cNvPr>
          <p:cNvPicPr>
            <a:picLocks noChangeAspect="1"/>
          </p:cNvPicPr>
          <p:nvPr/>
        </p:nvPicPr>
        <p:blipFill>
          <a:blip r:embed="rId7"/>
          <a:stretch>
            <a:fillRect/>
          </a:stretch>
        </p:blipFill>
        <p:spPr>
          <a:xfrm>
            <a:off x="2459737" y="1391622"/>
            <a:ext cx="3775983" cy="5191125"/>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21677151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Espace réservé du texte 31"/>
          <p:cNvSpPr>
            <a:spLocks noGrp="1"/>
          </p:cNvSpPr>
          <p:nvPr>
            <p:ph type="body" sz="quarter" idx="13"/>
          </p:nvPr>
        </p:nvSpPr>
        <p:spPr>
          <a:xfrm>
            <a:off x="8688288" y="764704"/>
            <a:ext cx="3227776" cy="1904012"/>
          </a:xfrm>
        </p:spPr>
        <p:txBody>
          <a:bodyPr>
            <a:normAutofit/>
          </a:bodyPr>
          <a:lstStyle/>
          <a:p>
            <a:r>
              <a:rPr lang="fr-FR" b="0" dirty="0"/>
              <a:t>Etape 5 :</a:t>
            </a:r>
          </a:p>
          <a:p>
            <a:r>
              <a:rPr lang="fr-FR" sz="2000" dirty="0"/>
              <a:t>Assistance Bénéficiaires</a:t>
            </a:r>
          </a:p>
        </p:txBody>
      </p:sp>
      <p:pic>
        <p:nvPicPr>
          <p:cNvPr id="3074" name="Picture 2" descr="https://cheque-eco-energie-normandie.up-gestion.com/sites/all/modules/custom/block_sub_header_image/images/front_header_logo_ec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22683" y="0"/>
            <a:ext cx="1905000" cy="1666875"/>
          </a:xfrm>
          <a:prstGeom prst="rect">
            <a:avLst/>
          </a:prstGeom>
          <a:noFill/>
          <a:extLst>
            <a:ext uri="{909E8E84-426E-40DD-AFC4-6F175D3DCCD1}">
              <a14:hiddenFill xmlns:a14="http://schemas.microsoft.com/office/drawing/2010/main">
                <a:solidFill>
                  <a:srgbClr val="FFFFFF"/>
                </a:solidFill>
              </a14:hiddenFill>
            </a:ext>
          </a:extLst>
        </p:spPr>
      </p:pic>
      <p:pic>
        <p:nvPicPr>
          <p:cNvPr id="3" name="Image 2">
            <a:extLst>
              <a:ext uri="{FF2B5EF4-FFF2-40B4-BE49-F238E27FC236}">
                <a16:creationId xmlns:a16="http://schemas.microsoft.com/office/drawing/2014/main" id="{BBA0AC69-03CF-E4B6-6274-59C6B5F1DEEA}"/>
              </a:ext>
            </a:extLst>
          </p:cNvPr>
          <p:cNvPicPr>
            <a:picLocks noChangeAspect="1"/>
          </p:cNvPicPr>
          <p:nvPr/>
        </p:nvPicPr>
        <p:blipFill>
          <a:blip r:embed="rId4"/>
          <a:stretch>
            <a:fillRect/>
          </a:stretch>
        </p:blipFill>
        <p:spPr>
          <a:xfrm>
            <a:off x="2495600" y="188640"/>
            <a:ext cx="4782217" cy="5976664"/>
          </a:xfrm>
          <a:prstGeom prst="rect">
            <a:avLst/>
          </a:prstGeom>
        </p:spPr>
      </p:pic>
      <p:pic>
        <p:nvPicPr>
          <p:cNvPr id="7" name="Image 6">
            <a:extLst>
              <a:ext uri="{FF2B5EF4-FFF2-40B4-BE49-F238E27FC236}">
                <a16:creationId xmlns:a16="http://schemas.microsoft.com/office/drawing/2014/main" id="{88103454-FBD6-0AE9-4D60-3B2C77A14F0E}"/>
              </a:ext>
            </a:extLst>
          </p:cNvPr>
          <p:cNvPicPr>
            <a:picLocks noChangeAspect="1"/>
          </p:cNvPicPr>
          <p:nvPr/>
        </p:nvPicPr>
        <p:blipFill>
          <a:blip r:embed="rId5"/>
          <a:stretch>
            <a:fillRect/>
          </a:stretch>
        </p:blipFill>
        <p:spPr>
          <a:xfrm>
            <a:off x="3503712" y="1655442"/>
            <a:ext cx="426757" cy="390178"/>
          </a:xfrm>
          <a:prstGeom prst="rect">
            <a:avLst/>
          </a:prstGeom>
        </p:spPr>
      </p:pic>
    </p:spTree>
    <p:extLst>
      <p:ext uri="{BB962C8B-B14F-4D97-AF65-F5344CB8AC3E}">
        <p14:creationId xmlns:p14="http://schemas.microsoft.com/office/powerpoint/2010/main" val="29931664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37CB2480-7EED-4DF2-5D0B-640A513F0B0E}"/>
              </a:ext>
            </a:extLst>
          </p:cNvPr>
          <p:cNvPicPr>
            <a:picLocks noChangeAspect="1"/>
          </p:cNvPicPr>
          <p:nvPr/>
        </p:nvPicPr>
        <p:blipFill>
          <a:blip r:embed="rId3"/>
          <a:stretch>
            <a:fillRect/>
          </a:stretch>
        </p:blipFill>
        <p:spPr>
          <a:xfrm>
            <a:off x="1439108" y="2614621"/>
            <a:ext cx="5544688" cy="4004143"/>
          </a:xfrm>
          <a:prstGeom prst="rect">
            <a:avLst/>
          </a:prstGeom>
        </p:spPr>
      </p:pic>
      <p:sp>
        <p:nvSpPr>
          <p:cNvPr id="32" name="Espace réservé du texte 31"/>
          <p:cNvSpPr>
            <a:spLocks noGrp="1"/>
          </p:cNvSpPr>
          <p:nvPr>
            <p:ph type="body" sz="quarter" idx="13"/>
          </p:nvPr>
        </p:nvSpPr>
        <p:spPr>
          <a:xfrm>
            <a:off x="8760296" y="908720"/>
            <a:ext cx="3155768" cy="1904012"/>
          </a:xfrm>
        </p:spPr>
        <p:txBody>
          <a:bodyPr>
            <a:normAutofit/>
          </a:bodyPr>
          <a:lstStyle/>
          <a:p>
            <a:r>
              <a:rPr lang="fr-FR" b="0" dirty="0"/>
              <a:t>Etape 5 :</a:t>
            </a:r>
          </a:p>
          <a:p>
            <a:r>
              <a:rPr lang="fr-FR" sz="2000" dirty="0"/>
              <a:t>Assistance bénéficiaires / </a:t>
            </a:r>
          </a:p>
          <a:p>
            <a:r>
              <a:rPr lang="fr-FR" sz="2000" dirty="0"/>
              <a:t>Créer un compte</a:t>
            </a:r>
          </a:p>
        </p:txBody>
      </p:sp>
      <p:sp>
        <p:nvSpPr>
          <p:cNvPr id="35" name="Espace réservé du texte 34"/>
          <p:cNvSpPr>
            <a:spLocks noGrp="1"/>
          </p:cNvSpPr>
          <p:nvPr>
            <p:ph type="body" sz="quarter" idx="15"/>
          </p:nvPr>
        </p:nvSpPr>
        <p:spPr>
          <a:xfrm>
            <a:off x="8760296" y="2967134"/>
            <a:ext cx="3155768" cy="3342185"/>
          </a:xfrm>
        </p:spPr>
        <p:txBody>
          <a:bodyPr>
            <a:noAutofit/>
          </a:bodyPr>
          <a:lstStyle/>
          <a:p>
            <a:pPr algn="just">
              <a:spcBef>
                <a:spcPts val="0"/>
              </a:spcBef>
              <a:spcAft>
                <a:spcPts val="1200"/>
              </a:spcAft>
            </a:pPr>
            <a:r>
              <a:rPr lang="fr-FR" sz="1000" dirty="0"/>
              <a:t>Cette rubrique permet d’accéder </a:t>
            </a:r>
            <a:r>
              <a:rPr lang="fr-FR" sz="1000" b="1" dirty="0"/>
              <a:t>à l’assistance de vos bénéficiaires pour créer, compléter ou modifier un compte (fiches bénéficiaire et logement) </a:t>
            </a:r>
            <a:r>
              <a:rPr lang="fr-FR" sz="1000" b="1" u="sng" dirty="0"/>
              <a:t>à la place d’un particulier</a:t>
            </a:r>
            <a:r>
              <a:rPr lang="fr-FR" sz="1000" dirty="0"/>
              <a:t> (donc avec uniquement les fonctionnalités d’un compte particulier).</a:t>
            </a:r>
          </a:p>
          <a:p>
            <a:pPr algn="just">
              <a:spcBef>
                <a:spcPts val="0"/>
              </a:spcBef>
              <a:spcAft>
                <a:spcPts val="1200"/>
              </a:spcAft>
            </a:pPr>
            <a:endParaRPr lang="fr-FR" sz="1000" dirty="0"/>
          </a:p>
          <a:p>
            <a:pPr algn="just">
              <a:spcBef>
                <a:spcPts val="0"/>
              </a:spcBef>
              <a:spcAft>
                <a:spcPts val="1200"/>
              </a:spcAft>
            </a:pPr>
            <a:endParaRPr lang="fr-FR" sz="1000" dirty="0"/>
          </a:p>
          <a:p>
            <a:pPr algn="just">
              <a:spcBef>
                <a:spcPts val="0"/>
              </a:spcBef>
              <a:spcAft>
                <a:spcPts val="1200"/>
              </a:spcAft>
            </a:pPr>
            <a:r>
              <a:rPr lang="fr-FR" sz="1000" b="1" dirty="0"/>
              <a:t>Le bouton «</a:t>
            </a:r>
            <a:r>
              <a:rPr lang="fr-FR" sz="1000" b="1" dirty="0">
                <a:solidFill>
                  <a:srgbClr val="0070C0"/>
                </a:solidFill>
              </a:rPr>
              <a:t> Créer un bénéficiaire </a:t>
            </a:r>
            <a:r>
              <a:rPr lang="fr-FR" sz="1000" b="1" dirty="0"/>
              <a:t>» donne un accès à la page de création de la fiche bénéficiaire.</a:t>
            </a:r>
          </a:p>
          <a:p>
            <a:pPr algn="just">
              <a:spcBef>
                <a:spcPts val="0"/>
              </a:spcBef>
              <a:spcAft>
                <a:spcPts val="1200"/>
              </a:spcAft>
            </a:pPr>
            <a:r>
              <a:rPr lang="fr-FR" sz="1000" b="1" dirty="0"/>
              <a:t>Je renseigne les informations personnelles du bénéficiaire et je valide la fiche qui se retrouvera dans l’onglet « Mon compte ».</a:t>
            </a:r>
          </a:p>
        </p:txBody>
      </p:sp>
      <p:pic>
        <p:nvPicPr>
          <p:cNvPr id="3074" name="Picture 2" descr="https://cheque-eco-energie-normandie.up-gestion.com/sites/all/modules/custom/block_sub_header_image/images/front_header_logo_ec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22683" y="0"/>
            <a:ext cx="1905000" cy="1666875"/>
          </a:xfrm>
          <a:prstGeom prst="rect">
            <a:avLst/>
          </a:prstGeom>
          <a:noFill/>
          <a:extLst>
            <a:ext uri="{909E8E84-426E-40DD-AFC4-6F175D3DCCD1}">
              <a14:hiddenFill xmlns:a14="http://schemas.microsoft.com/office/drawing/2010/main">
                <a:solidFill>
                  <a:srgbClr val="FFFFFF"/>
                </a:solidFill>
              </a14:hiddenFill>
            </a:ext>
          </a:extLst>
        </p:spPr>
      </p:pic>
      <p:sp>
        <p:nvSpPr>
          <p:cNvPr id="5" name="ZoneTexte 4">
            <a:extLst>
              <a:ext uri="{FF2B5EF4-FFF2-40B4-BE49-F238E27FC236}">
                <a16:creationId xmlns:a16="http://schemas.microsoft.com/office/drawing/2014/main" id="{45B91F4F-4441-DFA3-B095-94B5C2851A1A}"/>
              </a:ext>
            </a:extLst>
          </p:cNvPr>
          <p:cNvSpPr txBox="1"/>
          <p:nvPr/>
        </p:nvSpPr>
        <p:spPr>
          <a:xfrm>
            <a:off x="911424" y="3200213"/>
            <a:ext cx="1550416" cy="919401"/>
          </a:xfrm>
          <a:prstGeom prst="roundRect">
            <a:avLst/>
          </a:prstGeom>
          <a:solidFill>
            <a:schemeClr val="accent6">
              <a:lumMod val="20000"/>
              <a:lumOff val="80000"/>
            </a:schemeClr>
          </a:solidFill>
          <a:ln w="6350">
            <a:solidFill>
              <a:srgbClr val="F59100"/>
            </a:solidFill>
          </a:ln>
        </p:spPr>
        <p:style>
          <a:lnRef idx="2">
            <a:schemeClr val="accent6"/>
          </a:lnRef>
          <a:fillRef idx="1">
            <a:schemeClr val="lt1"/>
          </a:fillRef>
          <a:effectRef idx="0">
            <a:schemeClr val="accent6"/>
          </a:effectRef>
          <a:fontRef idx="minor">
            <a:schemeClr val="dk1"/>
          </a:fontRef>
        </p:style>
        <p:txBody>
          <a:bodyPr wrap="square" lIns="36000" rIns="36000" rtlCol="0">
            <a:sp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lang="fr-FR" sz="800" dirty="0">
              <a:solidFill>
                <a:schemeClr val="bg1">
                  <a:lumMod val="50000"/>
                </a:schemeClr>
              </a:solidFill>
              <a:latin typeface="Arial" charset="0"/>
              <a:ea typeface="Arial" charset="0"/>
              <a:cs typeface="Arial" charset="0"/>
            </a:endParaRPr>
          </a:p>
          <a:p>
            <a:pPr marL="0" marR="0" indent="0" algn="ctr" defTabSz="914400" rtl="0" eaLnBrk="1" fontAlgn="auto" latinLnBrk="0" hangingPunct="1">
              <a:lnSpc>
                <a:spcPct val="100000"/>
              </a:lnSpc>
              <a:spcBef>
                <a:spcPts val="0"/>
              </a:spcBef>
              <a:spcAft>
                <a:spcPts val="0"/>
              </a:spcAft>
              <a:buClrTx/>
              <a:buSzTx/>
              <a:buFontTx/>
              <a:buNone/>
              <a:tabLst/>
            </a:pPr>
            <a:r>
              <a:rPr lang="fr-FR" sz="800" dirty="0">
                <a:solidFill>
                  <a:schemeClr val="bg1">
                    <a:lumMod val="50000"/>
                  </a:schemeClr>
                </a:solidFill>
                <a:latin typeface="Arial" charset="0"/>
                <a:ea typeface="Arial" charset="0"/>
                <a:cs typeface="Arial" charset="0"/>
              </a:rPr>
              <a:t>Si le bénéficiaire est une SCI, je dois cliquer sur « SCI » et renseigner les informations supplémentaires relatives à la SCI</a:t>
            </a:r>
          </a:p>
        </p:txBody>
      </p:sp>
      <p:pic>
        <p:nvPicPr>
          <p:cNvPr id="6" name="Picture 2" descr="Résultat de recherche d'images pour &quot;attention&quot;">
            <a:extLst>
              <a:ext uri="{FF2B5EF4-FFF2-40B4-BE49-F238E27FC236}">
                <a16:creationId xmlns:a16="http://schemas.microsoft.com/office/drawing/2014/main" id="{D8359A73-AAED-EDE2-A7B1-A7D4C7527118}"/>
              </a:ext>
            </a:extLst>
          </p:cNvPr>
          <p:cNvPicPr>
            <a:picLocks noChangeAspect="1" noChangeArrowheads="1"/>
          </p:cNvPicPr>
          <p:nvPr/>
        </p:nvPicPr>
        <p:blipFill>
          <a:blip r:embed="rId5"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4175" y="3029574"/>
            <a:ext cx="376410" cy="341278"/>
          </a:xfrm>
          <a:prstGeom prst="rect">
            <a:avLst/>
          </a:prstGeom>
          <a:noFill/>
          <a:extLst>
            <a:ext uri="{909E8E84-426E-40DD-AFC4-6F175D3DCCD1}">
              <a14:hiddenFill xmlns:a14="http://schemas.microsoft.com/office/drawing/2010/main">
                <a:solidFill>
                  <a:srgbClr val="FFFFFF"/>
                </a:solidFill>
              </a14:hiddenFill>
            </a:ext>
          </a:extLst>
        </p:spPr>
      </p:pic>
      <p:cxnSp>
        <p:nvCxnSpPr>
          <p:cNvPr id="7" name="Connecteur droit 6">
            <a:extLst>
              <a:ext uri="{FF2B5EF4-FFF2-40B4-BE49-F238E27FC236}">
                <a16:creationId xmlns:a16="http://schemas.microsoft.com/office/drawing/2014/main" id="{2C705538-5DDE-E69F-897E-4F2C17B31122}"/>
              </a:ext>
            </a:extLst>
          </p:cNvPr>
          <p:cNvCxnSpPr>
            <a:cxnSpLocks/>
          </p:cNvCxnSpPr>
          <p:nvPr/>
        </p:nvCxnSpPr>
        <p:spPr>
          <a:xfrm flipV="1">
            <a:off x="2461840" y="3453590"/>
            <a:ext cx="1542376" cy="144016"/>
          </a:xfrm>
          <a:prstGeom prst="line">
            <a:avLst/>
          </a:prstGeom>
          <a:ln w="6350">
            <a:solidFill>
              <a:srgbClr val="F59100"/>
            </a:solidFill>
          </a:ln>
        </p:spPr>
        <p:style>
          <a:lnRef idx="1">
            <a:schemeClr val="accent1"/>
          </a:lnRef>
          <a:fillRef idx="0">
            <a:schemeClr val="accent1"/>
          </a:fillRef>
          <a:effectRef idx="0">
            <a:schemeClr val="accent1"/>
          </a:effectRef>
          <a:fontRef idx="minor">
            <a:schemeClr val="tx1"/>
          </a:fontRef>
        </p:style>
      </p:cxnSp>
      <p:pic>
        <p:nvPicPr>
          <p:cNvPr id="2" name="Image 1">
            <a:extLst>
              <a:ext uri="{FF2B5EF4-FFF2-40B4-BE49-F238E27FC236}">
                <a16:creationId xmlns:a16="http://schemas.microsoft.com/office/drawing/2014/main" id="{D5FDB1B9-CE1B-539D-7A39-3F890501FAA6}"/>
              </a:ext>
            </a:extLst>
          </p:cNvPr>
          <p:cNvPicPr>
            <a:picLocks noChangeAspect="1"/>
          </p:cNvPicPr>
          <p:nvPr/>
        </p:nvPicPr>
        <p:blipFill>
          <a:blip r:embed="rId6"/>
          <a:stretch>
            <a:fillRect/>
          </a:stretch>
        </p:blipFill>
        <p:spPr>
          <a:xfrm>
            <a:off x="3359696" y="1026560"/>
            <a:ext cx="512108" cy="530398"/>
          </a:xfrm>
          <a:prstGeom prst="rect">
            <a:avLst/>
          </a:prstGeom>
        </p:spPr>
      </p:pic>
      <p:pic>
        <p:nvPicPr>
          <p:cNvPr id="9" name="Image 8">
            <a:extLst>
              <a:ext uri="{FF2B5EF4-FFF2-40B4-BE49-F238E27FC236}">
                <a16:creationId xmlns:a16="http://schemas.microsoft.com/office/drawing/2014/main" id="{EB2C277B-E598-69D6-FC2F-E8928EAC6618}"/>
              </a:ext>
            </a:extLst>
          </p:cNvPr>
          <p:cNvPicPr>
            <a:picLocks noChangeAspect="1"/>
          </p:cNvPicPr>
          <p:nvPr/>
        </p:nvPicPr>
        <p:blipFill>
          <a:blip r:embed="rId7"/>
          <a:stretch>
            <a:fillRect/>
          </a:stretch>
        </p:blipFill>
        <p:spPr>
          <a:xfrm>
            <a:off x="249269" y="748593"/>
            <a:ext cx="8038567" cy="1159560"/>
          </a:xfrm>
          <a:prstGeom prst="rect">
            <a:avLst/>
          </a:prstGeom>
        </p:spPr>
      </p:pic>
    </p:spTree>
    <p:extLst>
      <p:ext uri="{BB962C8B-B14F-4D97-AF65-F5344CB8AC3E}">
        <p14:creationId xmlns:p14="http://schemas.microsoft.com/office/powerpoint/2010/main" val="2676488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FD3D6E3B-E57F-50C1-3781-060757E5AB42}"/>
              </a:ext>
            </a:extLst>
          </p:cNvPr>
          <p:cNvPicPr>
            <a:picLocks noChangeAspect="1"/>
          </p:cNvPicPr>
          <p:nvPr/>
        </p:nvPicPr>
        <p:blipFill>
          <a:blip r:embed="rId3"/>
          <a:stretch>
            <a:fillRect/>
          </a:stretch>
        </p:blipFill>
        <p:spPr>
          <a:xfrm>
            <a:off x="108574" y="456906"/>
            <a:ext cx="8184232" cy="2729499"/>
          </a:xfrm>
          <a:prstGeom prst="rect">
            <a:avLst/>
          </a:prstGeom>
        </p:spPr>
      </p:pic>
      <p:sp>
        <p:nvSpPr>
          <p:cNvPr id="35" name="Espace réservé du texte 34"/>
          <p:cNvSpPr>
            <a:spLocks noGrp="1"/>
          </p:cNvSpPr>
          <p:nvPr>
            <p:ph type="body" sz="quarter" idx="15"/>
          </p:nvPr>
        </p:nvSpPr>
        <p:spPr>
          <a:xfrm>
            <a:off x="8760296" y="2967134"/>
            <a:ext cx="2880320" cy="3342185"/>
          </a:xfrm>
        </p:spPr>
        <p:txBody>
          <a:bodyPr>
            <a:noAutofit/>
          </a:bodyPr>
          <a:lstStyle/>
          <a:p>
            <a:pPr algn="just">
              <a:spcBef>
                <a:spcPts val="0"/>
              </a:spcBef>
              <a:spcAft>
                <a:spcPts val="1200"/>
              </a:spcAft>
            </a:pPr>
            <a:r>
              <a:rPr lang="fr-FR" sz="1000" b="1" dirty="0"/>
              <a:t>Dans la colonne « Action »       me permet d’accéder aux onglets :</a:t>
            </a:r>
          </a:p>
          <a:p>
            <a:pPr marL="171450" indent="-171450" algn="just">
              <a:spcBef>
                <a:spcPts val="0"/>
              </a:spcBef>
              <a:spcAft>
                <a:spcPts val="1200"/>
              </a:spcAft>
              <a:buFontTx/>
              <a:buChar char="-"/>
            </a:pPr>
            <a:r>
              <a:rPr lang="fr-FR" sz="1000" b="1" dirty="0"/>
              <a:t>Mon compte (fiche bénéficiaire)</a:t>
            </a:r>
          </a:p>
          <a:p>
            <a:pPr marL="171450" indent="-171450" algn="just">
              <a:spcBef>
                <a:spcPts val="0"/>
              </a:spcBef>
              <a:spcAft>
                <a:spcPts val="1200"/>
              </a:spcAft>
              <a:buFontTx/>
              <a:buChar char="-"/>
            </a:pPr>
            <a:r>
              <a:rPr lang="fr-FR" sz="1000" b="1" dirty="0"/>
              <a:t>Mon logement </a:t>
            </a:r>
            <a:r>
              <a:rPr lang="fr-FR" sz="1000" dirty="0"/>
              <a:t>(si un autre logement a déjà été créé)</a:t>
            </a:r>
          </a:p>
          <a:p>
            <a:pPr marL="171450" indent="-171450" algn="just">
              <a:spcBef>
                <a:spcPts val="0"/>
              </a:spcBef>
              <a:spcAft>
                <a:spcPts val="1200"/>
              </a:spcAft>
              <a:buFontTx/>
              <a:buChar char="-"/>
            </a:pPr>
            <a:r>
              <a:rPr lang="fr-FR" sz="1000" b="1" dirty="0"/>
              <a:t>Mes demandes </a:t>
            </a:r>
            <a:r>
              <a:rPr lang="fr-FR" sz="1000" dirty="0"/>
              <a:t>(déjà créées)</a:t>
            </a:r>
          </a:p>
          <a:p>
            <a:pPr algn="just">
              <a:spcBef>
                <a:spcPts val="0"/>
              </a:spcBef>
              <a:spcAft>
                <a:spcPts val="1200"/>
              </a:spcAft>
            </a:pPr>
            <a:endParaRPr lang="fr-FR" sz="1000" b="1" dirty="0"/>
          </a:p>
          <a:p>
            <a:pPr algn="just">
              <a:spcBef>
                <a:spcPts val="0"/>
              </a:spcBef>
              <a:spcAft>
                <a:spcPts val="1200"/>
              </a:spcAft>
            </a:pPr>
            <a:endParaRPr lang="fr-FR" sz="1000" b="1" dirty="0"/>
          </a:p>
          <a:p>
            <a:pPr algn="just">
              <a:spcBef>
                <a:spcPts val="0"/>
              </a:spcBef>
              <a:spcAft>
                <a:spcPts val="1200"/>
              </a:spcAft>
            </a:pPr>
            <a:r>
              <a:rPr lang="fr-FR" sz="1000" b="1" dirty="0"/>
              <a:t>Dans l’onglet « Mon compte »:</a:t>
            </a:r>
          </a:p>
          <a:p>
            <a:pPr algn="just">
              <a:spcBef>
                <a:spcPts val="0"/>
              </a:spcBef>
              <a:spcAft>
                <a:spcPts val="1200"/>
              </a:spcAft>
            </a:pPr>
            <a:r>
              <a:rPr lang="fr-FR" sz="1000" b="1" dirty="0"/>
              <a:t>     me permet de modifier mes informations personnelles </a:t>
            </a:r>
            <a:r>
              <a:rPr lang="fr-FR" sz="1000" dirty="0"/>
              <a:t>(nom, prénom, adresse actuelle du bénéficiaire utilisée pour l’envoi du chèque éco, situation familiale, …)</a:t>
            </a:r>
          </a:p>
        </p:txBody>
      </p:sp>
      <p:pic>
        <p:nvPicPr>
          <p:cNvPr id="3074" name="Picture 2" descr="https://cheque-eco-energie-normandie.up-gestion.com/sites/all/modules/custom/block_sub_header_image/images/front_header_logo_ec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22683" y="0"/>
            <a:ext cx="1905000" cy="1666875"/>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 5">
            <a:extLst>
              <a:ext uri="{FF2B5EF4-FFF2-40B4-BE49-F238E27FC236}">
                <a16:creationId xmlns:a16="http://schemas.microsoft.com/office/drawing/2014/main" id="{62A091AC-DE4A-98DA-55FE-1B0A9F67CA15}"/>
              </a:ext>
            </a:extLst>
          </p:cNvPr>
          <p:cNvPicPr>
            <a:picLocks noChangeAspect="1"/>
          </p:cNvPicPr>
          <p:nvPr/>
        </p:nvPicPr>
        <p:blipFill>
          <a:blip r:embed="rId5"/>
          <a:stretch>
            <a:fillRect/>
          </a:stretch>
        </p:blipFill>
        <p:spPr>
          <a:xfrm>
            <a:off x="1775520" y="3356992"/>
            <a:ext cx="5151374" cy="3386449"/>
          </a:xfrm>
          <a:prstGeom prst="rect">
            <a:avLst/>
          </a:prstGeom>
        </p:spPr>
      </p:pic>
      <p:pic>
        <p:nvPicPr>
          <p:cNvPr id="11" name="Image 10">
            <a:extLst>
              <a:ext uri="{FF2B5EF4-FFF2-40B4-BE49-F238E27FC236}">
                <a16:creationId xmlns:a16="http://schemas.microsoft.com/office/drawing/2014/main" id="{B429251F-A21D-73E6-B59F-55371D3E0349}"/>
              </a:ext>
            </a:extLst>
          </p:cNvPr>
          <p:cNvPicPr>
            <a:picLocks noChangeAspect="1"/>
          </p:cNvPicPr>
          <p:nvPr/>
        </p:nvPicPr>
        <p:blipFill>
          <a:blip r:embed="rId6"/>
          <a:stretch>
            <a:fillRect/>
          </a:stretch>
        </p:blipFill>
        <p:spPr>
          <a:xfrm>
            <a:off x="10653760" y="3012570"/>
            <a:ext cx="185823" cy="173835"/>
          </a:xfrm>
          <a:prstGeom prst="rect">
            <a:avLst/>
          </a:prstGeom>
        </p:spPr>
      </p:pic>
      <p:pic>
        <p:nvPicPr>
          <p:cNvPr id="5" name="Image 4">
            <a:extLst>
              <a:ext uri="{FF2B5EF4-FFF2-40B4-BE49-F238E27FC236}">
                <a16:creationId xmlns:a16="http://schemas.microsoft.com/office/drawing/2014/main" id="{0AEB1D45-4C73-5BFE-25E0-069903E4CF50}"/>
              </a:ext>
            </a:extLst>
          </p:cNvPr>
          <p:cNvPicPr>
            <a:picLocks noChangeAspect="1"/>
          </p:cNvPicPr>
          <p:nvPr/>
        </p:nvPicPr>
        <p:blipFill>
          <a:blip r:embed="rId7"/>
          <a:stretch>
            <a:fillRect/>
          </a:stretch>
        </p:blipFill>
        <p:spPr>
          <a:xfrm>
            <a:off x="6573006" y="1821655"/>
            <a:ext cx="518205" cy="530398"/>
          </a:xfrm>
          <a:prstGeom prst="rect">
            <a:avLst/>
          </a:prstGeom>
        </p:spPr>
      </p:pic>
      <p:pic>
        <p:nvPicPr>
          <p:cNvPr id="7" name="Image 6">
            <a:extLst>
              <a:ext uri="{FF2B5EF4-FFF2-40B4-BE49-F238E27FC236}">
                <a16:creationId xmlns:a16="http://schemas.microsoft.com/office/drawing/2014/main" id="{41535D96-645D-5C7B-E1E0-34CE916884FE}"/>
              </a:ext>
            </a:extLst>
          </p:cNvPr>
          <p:cNvPicPr>
            <a:picLocks noChangeAspect="1"/>
          </p:cNvPicPr>
          <p:nvPr/>
        </p:nvPicPr>
        <p:blipFill>
          <a:blip r:embed="rId7"/>
          <a:stretch>
            <a:fillRect/>
          </a:stretch>
        </p:blipFill>
        <p:spPr>
          <a:xfrm>
            <a:off x="6055962" y="3861048"/>
            <a:ext cx="518205" cy="530398"/>
          </a:xfrm>
          <a:prstGeom prst="rect">
            <a:avLst/>
          </a:prstGeom>
        </p:spPr>
      </p:pic>
      <p:pic>
        <p:nvPicPr>
          <p:cNvPr id="3" name="Image 2">
            <a:extLst>
              <a:ext uri="{FF2B5EF4-FFF2-40B4-BE49-F238E27FC236}">
                <a16:creationId xmlns:a16="http://schemas.microsoft.com/office/drawing/2014/main" id="{E2008EDE-8F60-B756-0982-1493D2D21657}"/>
              </a:ext>
            </a:extLst>
          </p:cNvPr>
          <p:cNvPicPr>
            <a:picLocks noChangeAspect="1"/>
          </p:cNvPicPr>
          <p:nvPr/>
        </p:nvPicPr>
        <p:blipFill>
          <a:blip r:embed="rId8"/>
          <a:stretch>
            <a:fillRect/>
          </a:stretch>
        </p:blipFill>
        <p:spPr>
          <a:xfrm>
            <a:off x="8832304" y="5445224"/>
            <a:ext cx="171474" cy="171474"/>
          </a:xfrm>
          <a:prstGeom prst="rect">
            <a:avLst/>
          </a:prstGeom>
        </p:spPr>
      </p:pic>
      <p:pic>
        <p:nvPicPr>
          <p:cNvPr id="8" name="Image 7">
            <a:extLst>
              <a:ext uri="{FF2B5EF4-FFF2-40B4-BE49-F238E27FC236}">
                <a16:creationId xmlns:a16="http://schemas.microsoft.com/office/drawing/2014/main" id="{0E84FC6C-3301-2D35-9DE5-653864C7F95D}"/>
              </a:ext>
            </a:extLst>
          </p:cNvPr>
          <p:cNvPicPr>
            <a:picLocks noChangeAspect="1"/>
          </p:cNvPicPr>
          <p:nvPr/>
        </p:nvPicPr>
        <p:blipFill>
          <a:blip r:embed="rId9"/>
          <a:stretch>
            <a:fillRect/>
          </a:stretch>
        </p:blipFill>
        <p:spPr>
          <a:xfrm rot="16200000">
            <a:off x="2915455" y="2808363"/>
            <a:ext cx="951058" cy="926672"/>
          </a:xfrm>
          <a:prstGeom prst="rect">
            <a:avLst/>
          </a:prstGeom>
        </p:spPr>
      </p:pic>
      <p:sp>
        <p:nvSpPr>
          <p:cNvPr id="12" name="Espace réservé du texte 31">
            <a:extLst>
              <a:ext uri="{FF2B5EF4-FFF2-40B4-BE49-F238E27FC236}">
                <a16:creationId xmlns:a16="http://schemas.microsoft.com/office/drawing/2014/main" id="{2975ABEB-ACDA-C8B9-2D22-228335C2075D}"/>
              </a:ext>
            </a:extLst>
          </p:cNvPr>
          <p:cNvSpPr>
            <a:spLocks noGrp="1"/>
          </p:cNvSpPr>
          <p:nvPr>
            <p:ph type="body" sz="quarter" idx="13"/>
          </p:nvPr>
        </p:nvSpPr>
        <p:spPr>
          <a:xfrm>
            <a:off x="8760296" y="908720"/>
            <a:ext cx="3155768" cy="1904012"/>
          </a:xfrm>
        </p:spPr>
        <p:txBody>
          <a:bodyPr>
            <a:normAutofit/>
          </a:bodyPr>
          <a:lstStyle/>
          <a:p>
            <a:r>
              <a:rPr lang="fr-FR" b="0" dirty="0"/>
              <a:t>Etape 5 :</a:t>
            </a:r>
          </a:p>
          <a:p>
            <a:r>
              <a:rPr lang="fr-FR" sz="2000" dirty="0"/>
              <a:t>Assistance bénéficiaires / </a:t>
            </a:r>
          </a:p>
          <a:p>
            <a:r>
              <a:rPr lang="fr-FR" sz="2000" dirty="0"/>
              <a:t>Modifier un compte</a:t>
            </a:r>
          </a:p>
        </p:txBody>
      </p:sp>
    </p:spTree>
    <p:extLst>
      <p:ext uri="{BB962C8B-B14F-4D97-AF65-F5344CB8AC3E}">
        <p14:creationId xmlns:p14="http://schemas.microsoft.com/office/powerpoint/2010/main" val="14996412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Image 16">
            <a:extLst>
              <a:ext uri="{FF2B5EF4-FFF2-40B4-BE49-F238E27FC236}">
                <a16:creationId xmlns:a16="http://schemas.microsoft.com/office/drawing/2014/main" id="{16413D43-AC1E-E08B-4FA8-17F4C901C0DA}"/>
              </a:ext>
            </a:extLst>
          </p:cNvPr>
          <p:cNvPicPr>
            <a:picLocks noChangeAspect="1"/>
          </p:cNvPicPr>
          <p:nvPr/>
        </p:nvPicPr>
        <p:blipFill>
          <a:blip r:embed="rId3"/>
          <a:stretch>
            <a:fillRect/>
          </a:stretch>
        </p:blipFill>
        <p:spPr>
          <a:xfrm>
            <a:off x="59668" y="546359"/>
            <a:ext cx="8328248" cy="1900871"/>
          </a:xfrm>
          <a:prstGeom prst="rect">
            <a:avLst/>
          </a:prstGeom>
        </p:spPr>
      </p:pic>
      <p:sp>
        <p:nvSpPr>
          <p:cNvPr id="35" name="Espace réservé du texte 34"/>
          <p:cNvSpPr>
            <a:spLocks noGrp="1"/>
          </p:cNvSpPr>
          <p:nvPr>
            <p:ph type="body" sz="quarter" idx="15"/>
          </p:nvPr>
        </p:nvSpPr>
        <p:spPr>
          <a:xfrm>
            <a:off x="8760296" y="2967134"/>
            <a:ext cx="3155768" cy="3342185"/>
          </a:xfrm>
        </p:spPr>
        <p:txBody>
          <a:bodyPr>
            <a:noAutofit/>
          </a:bodyPr>
          <a:lstStyle/>
          <a:p>
            <a:pPr>
              <a:spcBef>
                <a:spcPts val="0"/>
              </a:spcBef>
              <a:spcAft>
                <a:spcPts val="1200"/>
              </a:spcAft>
            </a:pPr>
            <a:r>
              <a:rPr lang="fr-FR" sz="1000" b="1" dirty="0"/>
              <a:t>Dans l’onglet « Mon logement  » :</a:t>
            </a:r>
          </a:p>
          <a:p>
            <a:pPr>
              <a:spcBef>
                <a:spcPts val="0"/>
              </a:spcBef>
              <a:spcAft>
                <a:spcPts val="1200"/>
              </a:spcAft>
            </a:pPr>
            <a:r>
              <a:rPr lang="fr-FR" sz="1000" b="1" dirty="0"/>
              <a:t>        </a:t>
            </a:r>
          </a:p>
          <a:p>
            <a:pPr>
              <a:spcBef>
                <a:spcPts val="0"/>
              </a:spcBef>
              <a:spcAft>
                <a:spcPts val="1200"/>
              </a:spcAft>
            </a:pPr>
            <a:r>
              <a:rPr lang="fr-FR" sz="1000" b="1" dirty="0"/>
              <a:t>         permet d’ajouter un nouveau logement à rénover.   </a:t>
            </a:r>
          </a:p>
          <a:p>
            <a:pPr>
              <a:spcBef>
                <a:spcPts val="0"/>
              </a:spcBef>
              <a:spcAft>
                <a:spcPts val="1200"/>
              </a:spcAft>
            </a:pPr>
            <a:endParaRPr lang="fr-FR" sz="1000" b="1" dirty="0"/>
          </a:p>
          <a:p>
            <a:pPr>
              <a:spcBef>
                <a:spcPts val="0"/>
              </a:spcBef>
              <a:spcAft>
                <a:spcPts val="1200"/>
              </a:spcAft>
            </a:pPr>
            <a:r>
              <a:rPr lang="fr-FR" sz="1000" b="1" dirty="0"/>
              <a:t>       permet d’accéder aux informations relatives à un logement à rénover déjà créé.</a:t>
            </a:r>
          </a:p>
          <a:p>
            <a:pPr>
              <a:spcBef>
                <a:spcPts val="0"/>
              </a:spcBef>
              <a:spcAft>
                <a:spcPts val="1200"/>
              </a:spcAft>
            </a:pPr>
            <a:r>
              <a:rPr lang="fr-FR" sz="1000" b="1" dirty="0"/>
              <a:t>       permet de modifier ces informations </a:t>
            </a:r>
            <a:r>
              <a:rPr lang="fr-FR" sz="1000" dirty="0"/>
              <a:t>(notamment l’adresse du </a:t>
            </a:r>
            <a:r>
              <a:rPr lang="fr-FR" sz="1000" u="sng" dirty="0"/>
              <a:t>logement à rénover</a:t>
            </a:r>
            <a:r>
              <a:rPr lang="fr-FR" sz="1000" dirty="0"/>
              <a:t>)</a:t>
            </a:r>
            <a:r>
              <a:rPr lang="fr-FR" sz="1000" b="1" dirty="0"/>
              <a:t>. </a:t>
            </a:r>
            <a:r>
              <a:rPr lang="fr-FR" sz="1000" dirty="0"/>
              <a:t>Pour y procéder, Il faut éventuellement cliquer sur :</a:t>
            </a:r>
          </a:p>
          <a:p>
            <a:pPr>
              <a:spcBef>
                <a:spcPts val="0"/>
              </a:spcBef>
              <a:spcAft>
                <a:spcPts val="1200"/>
              </a:spcAft>
            </a:pPr>
            <a:endParaRPr lang="fr-FR" sz="1000" b="1" dirty="0"/>
          </a:p>
        </p:txBody>
      </p:sp>
      <p:pic>
        <p:nvPicPr>
          <p:cNvPr id="3074" name="Picture 2" descr="https://cheque-eco-energie-normandie.up-gestion.com/sites/all/modules/custom/block_sub_header_image/images/front_header_logo_ec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22683" y="0"/>
            <a:ext cx="1905000" cy="1666875"/>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 5">
            <a:extLst>
              <a:ext uri="{FF2B5EF4-FFF2-40B4-BE49-F238E27FC236}">
                <a16:creationId xmlns:a16="http://schemas.microsoft.com/office/drawing/2014/main" id="{7CF8CF48-A07D-C4D4-607C-FCD401A40E44}"/>
              </a:ext>
            </a:extLst>
          </p:cNvPr>
          <p:cNvPicPr>
            <a:picLocks noChangeAspect="1"/>
          </p:cNvPicPr>
          <p:nvPr/>
        </p:nvPicPr>
        <p:blipFill>
          <a:blip r:embed="rId5"/>
          <a:stretch>
            <a:fillRect/>
          </a:stretch>
        </p:blipFill>
        <p:spPr>
          <a:xfrm>
            <a:off x="268021" y="2468769"/>
            <a:ext cx="3955771" cy="3456384"/>
          </a:xfrm>
          <a:prstGeom prst="rect">
            <a:avLst/>
          </a:prstGeom>
        </p:spPr>
      </p:pic>
      <p:pic>
        <p:nvPicPr>
          <p:cNvPr id="8" name="Image 7">
            <a:extLst>
              <a:ext uri="{FF2B5EF4-FFF2-40B4-BE49-F238E27FC236}">
                <a16:creationId xmlns:a16="http://schemas.microsoft.com/office/drawing/2014/main" id="{00C8D8D2-7C73-FD78-A5EA-987A4457C39F}"/>
              </a:ext>
            </a:extLst>
          </p:cNvPr>
          <p:cNvPicPr>
            <a:picLocks noChangeAspect="1"/>
          </p:cNvPicPr>
          <p:nvPr/>
        </p:nvPicPr>
        <p:blipFill>
          <a:blip r:embed="rId6"/>
          <a:stretch>
            <a:fillRect/>
          </a:stretch>
        </p:blipFill>
        <p:spPr>
          <a:xfrm>
            <a:off x="8818119" y="3536821"/>
            <a:ext cx="289711" cy="250081"/>
          </a:xfrm>
          <a:prstGeom prst="rect">
            <a:avLst/>
          </a:prstGeom>
        </p:spPr>
      </p:pic>
      <p:pic>
        <p:nvPicPr>
          <p:cNvPr id="2" name="Image 1">
            <a:extLst>
              <a:ext uri="{FF2B5EF4-FFF2-40B4-BE49-F238E27FC236}">
                <a16:creationId xmlns:a16="http://schemas.microsoft.com/office/drawing/2014/main" id="{54487715-B6BC-1682-4CDA-11E3895E9155}"/>
              </a:ext>
            </a:extLst>
          </p:cNvPr>
          <p:cNvPicPr>
            <a:picLocks noChangeAspect="1"/>
          </p:cNvPicPr>
          <p:nvPr/>
        </p:nvPicPr>
        <p:blipFill>
          <a:blip r:embed="rId7"/>
          <a:stretch>
            <a:fillRect/>
          </a:stretch>
        </p:blipFill>
        <p:spPr>
          <a:xfrm>
            <a:off x="1271464" y="1916832"/>
            <a:ext cx="518205" cy="530398"/>
          </a:xfrm>
          <a:prstGeom prst="rect">
            <a:avLst/>
          </a:prstGeom>
        </p:spPr>
      </p:pic>
      <p:pic>
        <p:nvPicPr>
          <p:cNvPr id="3" name="Image 2">
            <a:extLst>
              <a:ext uri="{FF2B5EF4-FFF2-40B4-BE49-F238E27FC236}">
                <a16:creationId xmlns:a16="http://schemas.microsoft.com/office/drawing/2014/main" id="{387FA424-93CC-C383-040D-7E4EC57F8F5D}"/>
              </a:ext>
            </a:extLst>
          </p:cNvPr>
          <p:cNvPicPr>
            <a:picLocks noChangeAspect="1"/>
          </p:cNvPicPr>
          <p:nvPr/>
        </p:nvPicPr>
        <p:blipFill>
          <a:blip r:embed="rId8"/>
          <a:stretch>
            <a:fillRect/>
          </a:stretch>
        </p:blipFill>
        <p:spPr>
          <a:xfrm>
            <a:off x="3760456" y="-117621"/>
            <a:ext cx="926672" cy="951058"/>
          </a:xfrm>
          <a:prstGeom prst="rect">
            <a:avLst/>
          </a:prstGeom>
        </p:spPr>
      </p:pic>
      <p:pic>
        <p:nvPicPr>
          <p:cNvPr id="9" name="Image 8">
            <a:extLst>
              <a:ext uri="{FF2B5EF4-FFF2-40B4-BE49-F238E27FC236}">
                <a16:creationId xmlns:a16="http://schemas.microsoft.com/office/drawing/2014/main" id="{F07E4C93-F6C8-6F08-281F-386E3582586B}"/>
              </a:ext>
            </a:extLst>
          </p:cNvPr>
          <p:cNvPicPr>
            <a:picLocks noChangeAspect="1"/>
          </p:cNvPicPr>
          <p:nvPr/>
        </p:nvPicPr>
        <p:blipFill>
          <a:blip r:embed="rId9"/>
          <a:stretch>
            <a:fillRect/>
          </a:stretch>
        </p:blipFill>
        <p:spPr>
          <a:xfrm>
            <a:off x="8887430" y="4818903"/>
            <a:ext cx="170703" cy="170703"/>
          </a:xfrm>
          <a:prstGeom prst="rect">
            <a:avLst/>
          </a:prstGeom>
        </p:spPr>
      </p:pic>
      <p:pic>
        <p:nvPicPr>
          <p:cNvPr id="7" name="Image 6">
            <a:extLst>
              <a:ext uri="{FF2B5EF4-FFF2-40B4-BE49-F238E27FC236}">
                <a16:creationId xmlns:a16="http://schemas.microsoft.com/office/drawing/2014/main" id="{DC781BB1-D0CB-37C4-54A3-147602182253}"/>
              </a:ext>
            </a:extLst>
          </p:cNvPr>
          <p:cNvPicPr>
            <a:picLocks noChangeAspect="1"/>
          </p:cNvPicPr>
          <p:nvPr/>
        </p:nvPicPr>
        <p:blipFill>
          <a:blip r:embed="rId10"/>
          <a:stretch>
            <a:fillRect/>
          </a:stretch>
        </p:blipFill>
        <p:spPr>
          <a:xfrm>
            <a:off x="8869922" y="4356589"/>
            <a:ext cx="188211" cy="170703"/>
          </a:xfrm>
          <a:prstGeom prst="rect">
            <a:avLst/>
          </a:prstGeom>
        </p:spPr>
      </p:pic>
      <p:pic>
        <p:nvPicPr>
          <p:cNvPr id="15" name="Image 14">
            <a:extLst>
              <a:ext uri="{FF2B5EF4-FFF2-40B4-BE49-F238E27FC236}">
                <a16:creationId xmlns:a16="http://schemas.microsoft.com/office/drawing/2014/main" id="{3B655559-9F5E-FAED-3D43-16677659B53A}"/>
              </a:ext>
            </a:extLst>
          </p:cNvPr>
          <p:cNvPicPr>
            <a:picLocks noChangeAspect="1"/>
          </p:cNvPicPr>
          <p:nvPr/>
        </p:nvPicPr>
        <p:blipFill>
          <a:blip r:embed="rId11"/>
          <a:stretch>
            <a:fillRect/>
          </a:stretch>
        </p:blipFill>
        <p:spPr>
          <a:xfrm>
            <a:off x="4541243" y="2468769"/>
            <a:ext cx="3646852" cy="3455542"/>
          </a:xfrm>
          <a:prstGeom prst="rect">
            <a:avLst/>
          </a:prstGeom>
        </p:spPr>
      </p:pic>
      <p:pic>
        <p:nvPicPr>
          <p:cNvPr id="4" name="Image 3">
            <a:extLst>
              <a:ext uri="{FF2B5EF4-FFF2-40B4-BE49-F238E27FC236}">
                <a16:creationId xmlns:a16="http://schemas.microsoft.com/office/drawing/2014/main" id="{EBF0C1EC-425E-AFB5-E921-587BDA659399}"/>
              </a:ext>
            </a:extLst>
          </p:cNvPr>
          <p:cNvPicPr>
            <a:picLocks noChangeAspect="1"/>
          </p:cNvPicPr>
          <p:nvPr/>
        </p:nvPicPr>
        <p:blipFill>
          <a:blip r:embed="rId7"/>
          <a:stretch>
            <a:fillRect/>
          </a:stretch>
        </p:blipFill>
        <p:spPr>
          <a:xfrm>
            <a:off x="3760456" y="1844824"/>
            <a:ext cx="518205" cy="530398"/>
          </a:xfrm>
          <a:prstGeom prst="rect">
            <a:avLst/>
          </a:prstGeom>
        </p:spPr>
      </p:pic>
      <p:pic>
        <p:nvPicPr>
          <p:cNvPr id="5" name="Image 4">
            <a:extLst>
              <a:ext uri="{FF2B5EF4-FFF2-40B4-BE49-F238E27FC236}">
                <a16:creationId xmlns:a16="http://schemas.microsoft.com/office/drawing/2014/main" id="{3F911715-98E3-B530-A307-8C74B1DA251A}"/>
              </a:ext>
            </a:extLst>
          </p:cNvPr>
          <p:cNvPicPr>
            <a:picLocks noChangeAspect="1"/>
          </p:cNvPicPr>
          <p:nvPr/>
        </p:nvPicPr>
        <p:blipFill>
          <a:blip r:embed="rId7"/>
          <a:stretch>
            <a:fillRect/>
          </a:stretch>
        </p:blipFill>
        <p:spPr>
          <a:xfrm>
            <a:off x="7490921" y="2749145"/>
            <a:ext cx="518205" cy="530398"/>
          </a:xfrm>
          <a:prstGeom prst="rect">
            <a:avLst/>
          </a:prstGeom>
        </p:spPr>
      </p:pic>
      <p:sp>
        <p:nvSpPr>
          <p:cNvPr id="12" name="Espace réservé du texte 31">
            <a:extLst>
              <a:ext uri="{FF2B5EF4-FFF2-40B4-BE49-F238E27FC236}">
                <a16:creationId xmlns:a16="http://schemas.microsoft.com/office/drawing/2014/main" id="{32642589-0DEC-AA1A-F6B0-1A15D1C9BB55}"/>
              </a:ext>
            </a:extLst>
          </p:cNvPr>
          <p:cNvSpPr>
            <a:spLocks noGrp="1"/>
          </p:cNvSpPr>
          <p:nvPr>
            <p:ph type="body" sz="quarter" idx="13"/>
          </p:nvPr>
        </p:nvSpPr>
        <p:spPr>
          <a:xfrm>
            <a:off x="8760296" y="908720"/>
            <a:ext cx="3155768" cy="1904012"/>
          </a:xfrm>
        </p:spPr>
        <p:txBody>
          <a:bodyPr>
            <a:normAutofit/>
          </a:bodyPr>
          <a:lstStyle/>
          <a:p>
            <a:r>
              <a:rPr lang="fr-FR" b="0" dirty="0"/>
              <a:t>Etape 5 :</a:t>
            </a:r>
          </a:p>
          <a:p>
            <a:r>
              <a:rPr lang="fr-FR" sz="2000" dirty="0"/>
              <a:t>Assistance bénéficiaires / Créer ou modifier un logement</a:t>
            </a:r>
          </a:p>
        </p:txBody>
      </p:sp>
      <p:pic>
        <p:nvPicPr>
          <p:cNvPr id="11" name="Image 10">
            <a:extLst>
              <a:ext uri="{FF2B5EF4-FFF2-40B4-BE49-F238E27FC236}">
                <a16:creationId xmlns:a16="http://schemas.microsoft.com/office/drawing/2014/main" id="{16BF46A9-1BB3-CDE2-062C-37C19F2E0987}"/>
              </a:ext>
            </a:extLst>
          </p:cNvPr>
          <p:cNvPicPr>
            <a:picLocks noChangeAspect="1"/>
          </p:cNvPicPr>
          <p:nvPr/>
        </p:nvPicPr>
        <p:blipFill>
          <a:blip r:embed="rId12"/>
          <a:stretch>
            <a:fillRect/>
          </a:stretch>
        </p:blipFill>
        <p:spPr>
          <a:xfrm>
            <a:off x="8793720" y="5303495"/>
            <a:ext cx="3113716" cy="230645"/>
          </a:xfrm>
          <a:prstGeom prst="rect">
            <a:avLst/>
          </a:prstGeom>
        </p:spPr>
      </p:pic>
    </p:spTree>
    <p:extLst>
      <p:ext uri="{BB962C8B-B14F-4D97-AF65-F5344CB8AC3E}">
        <p14:creationId xmlns:p14="http://schemas.microsoft.com/office/powerpoint/2010/main" val="12502695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8B49237C-9E26-4F9A-B8F6-9B1473AABCC1}"/>
              </a:ext>
            </a:extLst>
          </p:cNvPr>
          <p:cNvPicPr>
            <a:picLocks noChangeAspect="1"/>
          </p:cNvPicPr>
          <p:nvPr/>
        </p:nvPicPr>
        <p:blipFill>
          <a:blip r:embed="rId3"/>
          <a:stretch>
            <a:fillRect/>
          </a:stretch>
        </p:blipFill>
        <p:spPr>
          <a:xfrm>
            <a:off x="191344" y="568116"/>
            <a:ext cx="8201475" cy="2104043"/>
          </a:xfrm>
          <a:prstGeom prst="rect">
            <a:avLst/>
          </a:prstGeom>
        </p:spPr>
      </p:pic>
      <p:sp>
        <p:nvSpPr>
          <p:cNvPr id="32" name="Espace réservé du texte 31"/>
          <p:cNvSpPr>
            <a:spLocks noGrp="1"/>
          </p:cNvSpPr>
          <p:nvPr>
            <p:ph type="body" sz="quarter" idx="13"/>
          </p:nvPr>
        </p:nvSpPr>
        <p:spPr>
          <a:xfrm>
            <a:off x="8725417" y="904766"/>
            <a:ext cx="3102266" cy="1904012"/>
          </a:xfrm>
        </p:spPr>
        <p:txBody>
          <a:bodyPr>
            <a:normAutofit/>
          </a:bodyPr>
          <a:lstStyle/>
          <a:p>
            <a:r>
              <a:rPr lang="fr-FR" b="0" dirty="0"/>
              <a:t>Etape 5 :</a:t>
            </a:r>
          </a:p>
          <a:p>
            <a:r>
              <a:rPr lang="fr-FR" sz="2000" dirty="0"/>
              <a:t>Assistance bénéficiaires / Créer une demande d’aide</a:t>
            </a:r>
          </a:p>
        </p:txBody>
      </p:sp>
      <p:sp>
        <p:nvSpPr>
          <p:cNvPr id="35" name="Espace réservé du texte 34"/>
          <p:cNvSpPr>
            <a:spLocks noGrp="1"/>
          </p:cNvSpPr>
          <p:nvPr>
            <p:ph type="body" sz="quarter" idx="15"/>
          </p:nvPr>
        </p:nvSpPr>
        <p:spPr>
          <a:xfrm>
            <a:off x="8738374" y="2926184"/>
            <a:ext cx="3155768" cy="3959200"/>
          </a:xfrm>
        </p:spPr>
        <p:txBody>
          <a:bodyPr>
            <a:noAutofit/>
          </a:bodyPr>
          <a:lstStyle/>
          <a:p>
            <a:pPr algn="just" fontAlgn="base">
              <a:spcBef>
                <a:spcPts val="0"/>
              </a:spcBef>
              <a:spcAft>
                <a:spcPts val="1200"/>
              </a:spcAft>
            </a:pPr>
            <a:r>
              <a:rPr lang="fr-FR" sz="1000" dirty="0"/>
              <a:t>Après avoir ajouté un logement, je peux procéder à la demande d’aide en cliquant sur le bouton « </a:t>
            </a:r>
            <a:r>
              <a:rPr lang="fr-FR" sz="1000" b="1" dirty="0">
                <a:solidFill>
                  <a:srgbClr val="0070C0"/>
                </a:solidFill>
              </a:rPr>
              <a:t>Effectuer une demande de chèque éco-énergie </a:t>
            </a:r>
            <a:r>
              <a:rPr lang="fr-FR" sz="1000" dirty="0"/>
              <a:t>»</a:t>
            </a:r>
            <a:r>
              <a:rPr lang="fr-FR" sz="1000" dirty="0">
                <a:solidFill>
                  <a:srgbClr val="0070C0"/>
                </a:solidFill>
              </a:rPr>
              <a:t> </a:t>
            </a:r>
            <a:r>
              <a:rPr lang="fr-FR" sz="1000" dirty="0"/>
              <a:t>puis en cliquant sur un des liens suivants :</a:t>
            </a:r>
          </a:p>
          <a:p>
            <a:pPr marL="387450" indent="-171450" algn="just" fontAlgn="base">
              <a:spcBef>
                <a:spcPts val="0"/>
              </a:spcBef>
              <a:spcAft>
                <a:spcPts val="600"/>
              </a:spcAft>
              <a:buFont typeface="Wingdings" panose="05000000000000000000" pitchFamily="2" charset="2"/>
              <a:buChar char="§"/>
            </a:pPr>
            <a:r>
              <a:rPr lang="fr-FR" sz="1000" b="1" dirty="0"/>
              <a:t>Déposer une demande « Audit énergétique Région Normandie »</a:t>
            </a:r>
            <a:endParaRPr lang="fr-FR" sz="1000" dirty="0"/>
          </a:p>
          <a:p>
            <a:pPr marL="387450" indent="-171450" algn="just" fontAlgn="base">
              <a:spcBef>
                <a:spcPts val="0"/>
              </a:spcBef>
              <a:spcAft>
                <a:spcPts val="600"/>
              </a:spcAft>
              <a:buFont typeface="Wingdings" panose="05000000000000000000" pitchFamily="2" charset="2"/>
              <a:buChar char="§"/>
            </a:pPr>
            <a:r>
              <a:rPr lang="fr-FR" sz="1000" b="1" dirty="0"/>
              <a:t>Déposer une demande « Travaux »</a:t>
            </a:r>
          </a:p>
          <a:p>
            <a:pPr marL="216000" algn="just" fontAlgn="base">
              <a:spcBef>
                <a:spcPts val="0"/>
              </a:spcBef>
              <a:spcAft>
                <a:spcPts val="600"/>
              </a:spcAft>
            </a:pPr>
            <a:r>
              <a:rPr kumimoji="0" lang="fr-FR" sz="1000" b="0" i="0" u="none" strike="noStrike" kern="1200" cap="none" spc="0" normalizeH="0" baseline="0" noProof="0" dirty="0">
                <a:ln>
                  <a:noFill/>
                </a:ln>
                <a:solidFill>
                  <a:prstClr val="white">
                    <a:lumMod val="50000"/>
                  </a:prstClr>
                </a:solidFill>
                <a:effectLst/>
                <a:uLnTx/>
                <a:uFillTx/>
                <a:latin typeface="Arial" panose="020B0604020202020204" pitchFamily="34" charset="0"/>
                <a:ea typeface="+mn-ea"/>
                <a:cs typeface="Arial" panose="020B0604020202020204" pitchFamily="34" charset="0"/>
              </a:rPr>
              <a:t>me permet de connaitre les justificatifs acceptés.</a:t>
            </a:r>
          </a:p>
          <a:p>
            <a:pPr marL="216000" algn="just" fontAlgn="base">
              <a:spcBef>
                <a:spcPts val="0"/>
              </a:spcBef>
              <a:spcAft>
                <a:spcPts val="600"/>
              </a:spcAft>
            </a:pPr>
            <a:endParaRPr kumimoji="0" lang="fr-FR" sz="100" b="1" strike="noStrike" kern="1200" cap="none" spc="0" normalizeH="0" baseline="0" noProof="0" dirty="0">
              <a:ln>
                <a:noFill/>
              </a:ln>
              <a:solidFill>
                <a:prstClr val="white">
                  <a:lumMod val="50000"/>
                </a:prstClr>
              </a:solidFill>
              <a:effectLst/>
              <a:uLnTx/>
              <a:uFillTx/>
              <a:latin typeface="Arial" panose="020B0604020202020204" pitchFamily="34" charset="0"/>
              <a:ea typeface="+mn-ea"/>
              <a:cs typeface="Arial" panose="020B0604020202020204" pitchFamily="34" charset="0"/>
            </a:endParaRPr>
          </a:p>
          <a:p>
            <a:pPr algn="just" fontAlgn="base">
              <a:spcBef>
                <a:spcPts val="0"/>
              </a:spcBef>
              <a:spcAft>
                <a:spcPts val="600"/>
              </a:spcAft>
            </a:pPr>
            <a:r>
              <a:rPr lang="fr-FR" sz="900" i="1" u="sng" dirty="0"/>
              <a:t>Attention</a:t>
            </a:r>
            <a:r>
              <a:rPr lang="fr-FR" sz="900" i="1" dirty="0"/>
              <a:t> : pour pouvoir effectuer une demande de chèque éco-énergie Travaux avec un audit Région réalisé au préalable, il faut que je contrôle le rapport d’audit afin que le chèque Audit soit au statut « Remboursement en attente Validation Région » ou au statut « Remboursement terminé ».</a:t>
            </a:r>
          </a:p>
          <a:p>
            <a:pPr algn="just" fontAlgn="base">
              <a:spcBef>
                <a:spcPts val="0"/>
              </a:spcBef>
              <a:spcAft>
                <a:spcPts val="600"/>
              </a:spcAft>
            </a:pPr>
            <a:r>
              <a:rPr lang="fr-FR" sz="900" i="1" dirty="0"/>
              <a:t>Il n’est pas possible de déposer une demande d’aide Audit après une demande d’aide Travaux pour un même logement.</a:t>
            </a:r>
          </a:p>
          <a:p>
            <a:pPr algn="just" fontAlgn="base">
              <a:spcBef>
                <a:spcPts val="0"/>
              </a:spcBef>
              <a:spcAft>
                <a:spcPts val="600"/>
              </a:spcAft>
            </a:pPr>
            <a:r>
              <a:rPr lang="fr-FR" sz="900" i="1" dirty="0"/>
              <a:t>En cas d’erreur de type de chèque (Travaux au lieu d’Audit), j’envoie un commentaire à « Région Instruction » pour demander l’annulation de la demande.</a:t>
            </a:r>
          </a:p>
        </p:txBody>
      </p:sp>
      <p:pic>
        <p:nvPicPr>
          <p:cNvPr id="3074" name="Picture 2" descr="https://cheque-eco-energie-normandie.up-gestion.com/sites/all/modules/custom/block_sub_header_image/images/front_header_logo_ec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22683" y="0"/>
            <a:ext cx="1905000" cy="1666875"/>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 7">
            <a:extLst>
              <a:ext uri="{FF2B5EF4-FFF2-40B4-BE49-F238E27FC236}">
                <a16:creationId xmlns:a16="http://schemas.microsoft.com/office/drawing/2014/main" id="{CC28F4C3-41CB-BFD5-06AA-4DF4DD88C546}"/>
              </a:ext>
            </a:extLst>
          </p:cNvPr>
          <p:cNvPicPr>
            <a:picLocks noChangeAspect="1"/>
          </p:cNvPicPr>
          <p:nvPr/>
        </p:nvPicPr>
        <p:blipFill>
          <a:blip r:embed="rId5"/>
          <a:stretch>
            <a:fillRect/>
          </a:stretch>
        </p:blipFill>
        <p:spPr>
          <a:xfrm>
            <a:off x="1428769" y="2572910"/>
            <a:ext cx="3061471" cy="4275082"/>
          </a:xfrm>
          <a:prstGeom prst="rect">
            <a:avLst/>
          </a:prstGeom>
        </p:spPr>
      </p:pic>
      <p:pic>
        <p:nvPicPr>
          <p:cNvPr id="12" name="Image 11">
            <a:extLst>
              <a:ext uri="{FF2B5EF4-FFF2-40B4-BE49-F238E27FC236}">
                <a16:creationId xmlns:a16="http://schemas.microsoft.com/office/drawing/2014/main" id="{58279299-C424-9F36-0D5B-BF99E5FF02FA}"/>
              </a:ext>
            </a:extLst>
          </p:cNvPr>
          <p:cNvPicPr>
            <a:picLocks noChangeAspect="1"/>
          </p:cNvPicPr>
          <p:nvPr/>
        </p:nvPicPr>
        <p:blipFill>
          <a:blip r:embed="rId6"/>
          <a:stretch>
            <a:fillRect/>
          </a:stretch>
        </p:blipFill>
        <p:spPr>
          <a:xfrm>
            <a:off x="4672949" y="2572910"/>
            <a:ext cx="3475471" cy="4275082"/>
          </a:xfrm>
          <a:prstGeom prst="rect">
            <a:avLst/>
          </a:prstGeom>
        </p:spPr>
      </p:pic>
      <p:pic>
        <p:nvPicPr>
          <p:cNvPr id="2" name="Image 1">
            <a:extLst>
              <a:ext uri="{FF2B5EF4-FFF2-40B4-BE49-F238E27FC236}">
                <a16:creationId xmlns:a16="http://schemas.microsoft.com/office/drawing/2014/main" id="{DBAB2153-80B1-FC31-7361-8CB27F62A184}"/>
              </a:ext>
            </a:extLst>
          </p:cNvPr>
          <p:cNvPicPr>
            <a:picLocks noChangeAspect="1"/>
          </p:cNvPicPr>
          <p:nvPr/>
        </p:nvPicPr>
        <p:blipFill>
          <a:blip r:embed="rId7"/>
          <a:stretch>
            <a:fillRect/>
          </a:stretch>
        </p:blipFill>
        <p:spPr>
          <a:xfrm>
            <a:off x="5008194" y="1577407"/>
            <a:ext cx="518205" cy="530398"/>
          </a:xfrm>
          <a:prstGeom prst="rect">
            <a:avLst/>
          </a:prstGeom>
        </p:spPr>
      </p:pic>
      <p:pic>
        <p:nvPicPr>
          <p:cNvPr id="5" name="Image 4">
            <a:extLst>
              <a:ext uri="{FF2B5EF4-FFF2-40B4-BE49-F238E27FC236}">
                <a16:creationId xmlns:a16="http://schemas.microsoft.com/office/drawing/2014/main" id="{27E1A0D3-78EF-A712-B48E-AB8802E10087}"/>
              </a:ext>
            </a:extLst>
          </p:cNvPr>
          <p:cNvPicPr>
            <a:picLocks noChangeAspect="1"/>
          </p:cNvPicPr>
          <p:nvPr/>
        </p:nvPicPr>
        <p:blipFill>
          <a:blip r:embed="rId8"/>
          <a:stretch>
            <a:fillRect/>
          </a:stretch>
        </p:blipFill>
        <p:spPr>
          <a:xfrm>
            <a:off x="3828745" y="-113139"/>
            <a:ext cx="926672" cy="951058"/>
          </a:xfrm>
          <a:prstGeom prst="rect">
            <a:avLst/>
          </a:prstGeom>
        </p:spPr>
      </p:pic>
      <p:pic>
        <p:nvPicPr>
          <p:cNvPr id="31" name="Image 30">
            <a:extLst>
              <a:ext uri="{FF2B5EF4-FFF2-40B4-BE49-F238E27FC236}">
                <a16:creationId xmlns:a16="http://schemas.microsoft.com/office/drawing/2014/main" id="{9D16952A-ECAF-4C08-AC09-26256038CE0F}"/>
              </a:ext>
            </a:extLst>
          </p:cNvPr>
          <p:cNvPicPr>
            <a:picLocks noChangeAspect="1"/>
          </p:cNvPicPr>
          <p:nvPr/>
        </p:nvPicPr>
        <p:blipFill>
          <a:blip r:embed="rId9"/>
          <a:stretch>
            <a:fillRect/>
          </a:stretch>
        </p:blipFill>
        <p:spPr>
          <a:xfrm>
            <a:off x="5191932" y="1914515"/>
            <a:ext cx="518205" cy="530398"/>
          </a:xfrm>
          <a:prstGeom prst="rect">
            <a:avLst/>
          </a:prstGeom>
        </p:spPr>
      </p:pic>
      <p:pic>
        <p:nvPicPr>
          <p:cNvPr id="33" name="Image 32">
            <a:extLst>
              <a:ext uri="{FF2B5EF4-FFF2-40B4-BE49-F238E27FC236}">
                <a16:creationId xmlns:a16="http://schemas.microsoft.com/office/drawing/2014/main" id="{FF19F6D7-8A66-1224-18D7-5F16FAF7B2D0}"/>
              </a:ext>
            </a:extLst>
          </p:cNvPr>
          <p:cNvPicPr>
            <a:picLocks noChangeAspect="1"/>
          </p:cNvPicPr>
          <p:nvPr/>
        </p:nvPicPr>
        <p:blipFill>
          <a:blip r:embed="rId10"/>
          <a:stretch>
            <a:fillRect/>
          </a:stretch>
        </p:blipFill>
        <p:spPr>
          <a:xfrm>
            <a:off x="8904312" y="4356707"/>
            <a:ext cx="134124" cy="152413"/>
          </a:xfrm>
          <a:prstGeom prst="rect">
            <a:avLst/>
          </a:prstGeom>
        </p:spPr>
      </p:pic>
      <p:pic>
        <p:nvPicPr>
          <p:cNvPr id="34" name="Image 33">
            <a:extLst>
              <a:ext uri="{FF2B5EF4-FFF2-40B4-BE49-F238E27FC236}">
                <a16:creationId xmlns:a16="http://schemas.microsoft.com/office/drawing/2014/main" id="{262B8B1A-0675-CF25-6908-67A0E0A32E51}"/>
              </a:ext>
            </a:extLst>
          </p:cNvPr>
          <p:cNvPicPr>
            <a:picLocks noChangeAspect="1"/>
          </p:cNvPicPr>
          <p:nvPr/>
        </p:nvPicPr>
        <p:blipFill>
          <a:blip r:embed="rId11"/>
          <a:stretch>
            <a:fillRect/>
          </a:stretch>
        </p:blipFill>
        <p:spPr>
          <a:xfrm>
            <a:off x="58616" y="2813874"/>
            <a:ext cx="371888" cy="341406"/>
          </a:xfrm>
          <a:prstGeom prst="rect">
            <a:avLst/>
          </a:prstGeom>
        </p:spPr>
      </p:pic>
      <p:pic>
        <p:nvPicPr>
          <p:cNvPr id="36" name="Image 35">
            <a:extLst>
              <a:ext uri="{FF2B5EF4-FFF2-40B4-BE49-F238E27FC236}">
                <a16:creationId xmlns:a16="http://schemas.microsoft.com/office/drawing/2014/main" id="{C387A230-17F7-CC39-F4C8-B7A1196F80D6}"/>
              </a:ext>
            </a:extLst>
          </p:cNvPr>
          <p:cNvPicPr>
            <a:picLocks noChangeAspect="1"/>
          </p:cNvPicPr>
          <p:nvPr/>
        </p:nvPicPr>
        <p:blipFill>
          <a:blip r:embed="rId12"/>
          <a:stretch>
            <a:fillRect/>
          </a:stretch>
        </p:blipFill>
        <p:spPr>
          <a:xfrm>
            <a:off x="36851" y="3155280"/>
            <a:ext cx="1566808" cy="377985"/>
          </a:xfrm>
          <a:prstGeom prst="rect">
            <a:avLst/>
          </a:prstGeom>
        </p:spPr>
      </p:pic>
    </p:spTree>
    <p:extLst>
      <p:ext uri="{BB962C8B-B14F-4D97-AF65-F5344CB8AC3E}">
        <p14:creationId xmlns:p14="http://schemas.microsoft.com/office/powerpoint/2010/main" val="22268171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3">
            <a:extLst>
              <a:ext uri="{FF2B5EF4-FFF2-40B4-BE49-F238E27FC236}">
                <a16:creationId xmlns:a16="http://schemas.microsoft.com/office/drawing/2014/main" id="{1C5AD29A-A6CB-7373-752C-71448B889285}"/>
              </a:ext>
            </a:extLst>
          </p:cNvPr>
          <p:cNvSpPr>
            <a:spLocks noGrp="1"/>
          </p:cNvSpPr>
          <p:nvPr>
            <p:ph type="body" sz="quarter" idx="15"/>
          </p:nvPr>
        </p:nvSpPr>
        <p:spPr>
          <a:xfrm>
            <a:off x="8760296" y="2996952"/>
            <a:ext cx="3067387" cy="3528392"/>
          </a:xfrm>
        </p:spPr>
        <p:txBody>
          <a:bodyPr>
            <a:normAutofit/>
          </a:bodyPr>
          <a:lstStyle/>
          <a:p>
            <a:pPr algn="just"/>
            <a:r>
              <a:rPr lang="fr-FR" dirty="0"/>
              <a:t>  </a:t>
            </a:r>
            <a:r>
              <a:rPr lang="fr-FR" sz="1000" dirty="0"/>
              <a:t>me permet de renseigner le volet technique de la demande en téléchargeant le rapport d’audit s’il n’est pas déjà inséré, les devis et en renseignant le plan de financement puis je clique sur le bouton </a:t>
            </a:r>
            <a:r>
              <a:rPr lang="fr-FR" sz="1000" b="1" dirty="0">
                <a:solidFill>
                  <a:srgbClr val="3AD02E"/>
                </a:solidFill>
              </a:rPr>
              <a:t>Valider</a:t>
            </a:r>
            <a:r>
              <a:rPr lang="fr-FR" sz="1000" dirty="0"/>
              <a:t>.</a:t>
            </a:r>
          </a:p>
          <a:p>
            <a:pPr algn="just"/>
            <a:endParaRPr lang="fr-FR" sz="1000" dirty="0"/>
          </a:p>
          <a:p>
            <a:pPr algn="just"/>
            <a:r>
              <a:rPr lang="fr-FR" sz="1000" i="1" dirty="0"/>
              <a:t>Attention à bien veiller à la concordance administrative des documents en lien avec le </a:t>
            </a:r>
            <a:r>
              <a:rPr lang="fr-FR" sz="1000" i="1" u="sng" dirty="0"/>
              <a:t>nom du bénéficiaire</a:t>
            </a:r>
            <a:r>
              <a:rPr lang="fr-FR" sz="1000" dirty="0"/>
              <a:t> </a:t>
            </a:r>
            <a:r>
              <a:rPr lang="fr-FR" sz="1000" i="1" dirty="0"/>
              <a:t>(justificatif de propriété, avis d’imposition, devis, factures et RIB).</a:t>
            </a:r>
          </a:p>
          <a:p>
            <a:endParaRPr lang="fr-FR" sz="1300" dirty="0"/>
          </a:p>
          <a:p>
            <a:endParaRPr lang="fr-FR" sz="1300" dirty="0"/>
          </a:p>
          <a:p>
            <a:endParaRPr lang="fr-FR" dirty="0"/>
          </a:p>
          <a:p>
            <a:endParaRPr lang="fr-FR" dirty="0"/>
          </a:p>
          <a:p>
            <a:endParaRPr lang="fr-FR" dirty="0"/>
          </a:p>
          <a:p>
            <a:endParaRPr lang="fr-FR" dirty="0"/>
          </a:p>
        </p:txBody>
      </p:sp>
      <p:pic>
        <p:nvPicPr>
          <p:cNvPr id="5" name="Image 4">
            <a:extLst>
              <a:ext uri="{FF2B5EF4-FFF2-40B4-BE49-F238E27FC236}">
                <a16:creationId xmlns:a16="http://schemas.microsoft.com/office/drawing/2014/main" id="{1FC8883A-7249-9515-EB0C-EB24FBB0B2AF}"/>
              </a:ext>
            </a:extLst>
          </p:cNvPr>
          <p:cNvPicPr>
            <a:picLocks noChangeAspect="1"/>
          </p:cNvPicPr>
          <p:nvPr/>
        </p:nvPicPr>
        <p:blipFill>
          <a:blip r:embed="rId2"/>
          <a:stretch>
            <a:fillRect/>
          </a:stretch>
        </p:blipFill>
        <p:spPr>
          <a:xfrm>
            <a:off x="8832304" y="3140968"/>
            <a:ext cx="140220" cy="140220"/>
          </a:xfrm>
          <a:prstGeom prst="rect">
            <a:avLst/>
          </a:prstGeom>
        </p:spPr>
      </p:pic>
      <p:pic>
        <p:nvPicPr>
          <p:cNvPr id="25" name="Image 24">
            <a:extLst>
              <a:ext uri="{FF2B5EF4-FFF2-40B4-BE49-F238E27FC236}">
                <a16:creationId xmlns:a16="http://schemas.microsoft.com/office/drawing/2014/main" id="{0DF0034A-70B8-A00D-F7AF-4DE8D2E391F1}"/>
              </a:ext>
            </a:extLst>
          </p:cNvPr>
          <p:cNvPicPr>
            <a:picLocks noChangeAspect="1"/>
          </p:cNvPicPr>
          <p:nvPr/>
        </p:nvPicPr>
        <p:blipFill>
          <a:blip r:embed="rId3"/>
          <a:stretch>
            <a:fillRect/>
          </a:stretch>
        </p:blipFill>
        <p:spPr>
          <a:xfrm>
            <a:off x="407368" y="197259"/>
            <a:ext cx="7689880" cy="3528393"/>
          </a:xfrm>
          <a:prstGeom prst="rect">
            <a:avLst/>
          </a:prstGeom>
        </p:spPr>
      </p:pic>
      <p:pic>
        <p:nvPicPr>
          <p:cNvPr id="30" name="Picture 2" descr="http://www.cameleonproprete.com/files/fi5c-76pih5wq5ior-junzx.gif">
            <a:extLst>
              <a:ext uri="{FF2B5EF4-FFF2-40B4-BE49-F238E27FC236}">
                <a16:creationId xmlns:a16="http://schemas.microsoft.com/office/drawing/2014/main" id="{8D4DEA16-DFD9-78F4-37DC-E599997534B8}"/>
              </a:ext>
            </a:extLst>
          </p:cNvPr>
          <p:cNvPicPr>
            <a:picLocks noChangeAspect="1" noChangeArrowheads="1"/>
          </p:cNvPicPr>
          <p:nvPr/>
        </p:nvPicPr>
        <p:blipFill>
          <a:blip r:embed="rId4" cstate="print">
            <a:duotone>
              <a:prstClr val="black"/>
              <a:schemeClr val="accent5">
                <a:tint val="45000"/>
                <a:satMod val="400000"/>
              </a:schemeClr>
            </a:duotone>
            <a:extLst>
              <a:ext uri="{28A0092B-C50C-407E-A947-70E740481C1C}">
                <a14:useLocalDpi xmlns:a14="http://schemas.microsoft.com/office/drawing/2010/main" val="0"/>
              </a:ext>
            </a:extLst>
          </a:blip>
          <a:srcRect/>
          <a:stretch>
            <a:fillRect/>
          </a:stretch>
        </p:blipFill>
        <p:spPr bwMode="auto">
          <a:xfrm rot="17361438" flipH="1">
            <a:off x="6590240" y="1304513"/>
            <a:ext cx="360000" cy="401087"/>
          </a:xfrm>
          <a:prstGeom prst="rect">
            <a:avLst/>
          </a:prstGeom>
          <a:noFill/>
          <a:extLst>
            <a:ext uri="{909E8E84-426E-40DD-AFC4-6F175D3DCCD1}">
              <a14:hiddenFill xmlns:a14="http://schemas.microsoft.com/office/drawing/2010/main">
                <a:solidFill>
                  <a:srgbClr val="FFFFFF"/>
                </a:solidFill>
              </a14:hiddenFill>
            </a:ext>
          </a:extLst>
        </p:spPr>
      </p:pic>
      <p:pic>
        <p:nvPicPr>
          <p:cNvPr id="2" name="Image 1">
            <a:extLst>
              <a:ext uri="{FF2B5EF4-FFF2-40B4-BE49-F238E27FC236}">
                <a16:creationId xmlns:a16="http://schemas.microsoft.com/office/drawing/2014/main" id="{8B1A8064-04B4-098C-F1CB-CF843C622325}"/>
              </a:ext>
            </a:extLst>
          </p:cNvPr>
          <p:cNvPicPr>
            <a:picLocks noChangeAspect="1"/>
          </p:cNvPicPr>
          <p:nvPr/>
        </p:nvPicPr>
        <p:blipFill>
          <a:blip r:embed="rId5"/>
          <a:stretch>
            <a:fillRect/>
          </a:stretch>
        </p:blipFill>
        <p:spPr>
          <a:xfrm>
            <a:off x="10289883" y="197259"/>
            <a:ext cx="1902117" cy="1664352"/>
          </a:xfrm>
          <a:prstGeom prst="rect">
            <a:avLst/>
          </a:prstGeom>
        </p:spPr>
      </p:pic>
      <p:pic>
        <p:nvPicPr>
          <p:cNvPr id="9" name="Image 8">
            <a:extLst>
              <a:ext uri="{FF2B5EF4-FFF2-40B4-BE49-F238E27FC236}">
                <a16:creationId xmlns:a16="http://schemas.microsoft.com/office/drawing/2014/main" id="{C2C6B85A-7A63-3E0B-CFEC-E9097B30FC84}"/>
              </a:ext>
            </a:extLst>
          </p:cNvPr>
          <p:cNvPicPr>
            <a:picLocks noChangeAspect="1"/>
          </p:cNvPicPr>
          <p:nvPr/>
        </p:nvPicPr>
        <p:blipFill>
          <a:blip r:embed="rId6"/>
          <a:stretch>
            <a:fillRect/>
          </a:stretch>
        </p:blipFill>
        <p:spPr>
          <a:xfrm rot="16200000">
            <a:off x="1408354" y="2077847"/>
            <a:ext cx="5230427" cy="408484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2" name="Espace réservé du texte 31">
            <a:extLst>
              <a:ext uri="{FF2B5EF4-FFF2-40B4-BE49-F238E27FC236}">
                <a16:creationId xmlns:a16="http://schemas.microsoft.com/office/drawing/2014/main" id="{C0A9B2F4-8967-D01F-91DA-A4BF2D883C29}"/>
              </a:ext>
            </a:extLst>
          </p:cNvPr>
          <p:cNvSpPr>
            <a:spLocks noGrp="1"/>
          </p:cNvSpPr>
          <p:nvPr>
            <p:ph type="body" sz="quarter" idx="13"/>
          </p:nvPr>
        </p:nvSpPr>
        <p:spPr>
          <a:xfrm>
            <a:off x="8725417" y="904766"/>
            <a:ext cx="3102266" cy="1904012"/>
          </a:xfrm>
        </p:spPr>
        <p:txBody>
          <a:bodyPr>
            <a:normAutofit/>
          </a:bodyPr>
          <a:lstStyle/>
          <a:p>
            <a:r>
              <a:rPr lang="fr-FR" b="0" dirty="0"/>
              <a:t>Etape 5 :</a:t>
            </a:r>
          </a:p>
          <a:p>
            <a:r>
              <a:rPr lang="fr-FR" sz="2000" dirty="0"/>
              <a:t>Assistance bénéficiaires / Créer une demande d’aide</a:t>
            </a:r>
          </a:p>
        </p:txBody>
      </p:sp>
    </p:spTree>
    <p:extLst>
      <p:ext uri="{BB962C8B-B14F-4D97-AF65-F5344CB8AC3E}">
        <p14:creationId xmlns:p14="http://schemas.microsoft.com/office/powerpoint/2010/main" val="6384884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Espace réservé du texte 31"/>
          <p:cNvSpPr>
            <a:spLocks noGrp="1"/>
          </p:cNvSpPr>
          <p:nvPr>
            <p:ph type="body" sz="quarter" idx="13"/>
          </p:nvPr>
        </p:nvSpPr>
        <p:spPr>
          <a:xfrm>
            <a:off x="8760296" y="764704"/>
            <a:ext cx="3312368" cy="1904012"/>
          </a:xfrm>
        </p:spPr>
        <p:txBody>
          <a:bodyPr>
            <a:normAutofit/>
          </a:bodyPr>
          <a:lstStyle/>
          <a:p>
            <a:r>
              <a:rPr lang="fr-FR" b="0" dirty="0"/>
              <a:t>Etape 5 :</a:t>
            </a:r>
          </a:p>
          <a:p>
            <a:r>
              <a:rPr lang="fr-FR" sz="2000" dirty="0"/>
              <a:t>Assistance bénéficiaires / Modifier une demande d’aide</a:t>
            </a:r>
          </a:p>
        </p:txBody>
      </p:sp>
      <p:sp>
        <p:nvSpPr>
          <p:cNvPr id="35" name="Espace réservé du texte 34"/>
          <p:cNvSpPr>
            <a:spLocks noGrp="1"/>
          </p:cNvSpPr>
          <p:nvPr>
            <p:ph type="body" sz="quarter" idx="15"/>
          </p:nvPr>
        </p:nvSpPr>
        <p:spPr>
          <a:xfrm>
            <a:off x="8760296" y="2967134"/>
            <a:ext cx="3155768" cy="3774234"/>
          </a:xfrm>
        </p:spPr>
        <p:txBody>
          <a:bodyPr>
            <a:noAutofit/>
          </a:bodyPr>
          <a:lstStyle/>
          <a:p>
            <a:pPr algn="just" fontAlgn="base">
              <a:spcBef>
                <a:spcPts val="0"/>
              </a:spcBef>
              <a:spcAft>
                <a:spcPts val="1200"/>
              </a:spcAft>
              <a:tabLst>
                <a:tab pos="176213" algn="l"/>
              </a:tabLst>
            </a:pPr>
            <a:r>
              <a:rPr lang="fr-FR" sz="1000" b="1" dirty="0"/>
              <a:t>Dans l’onglet « Mes demandes » :</a:t>
            </a:r>
          </a:p>
          <a:p>
            <a:pPr algn="just" fontAlgn="base">
              <a:spcBef>
                <a:spcPts val="0"/>
              </a:spcBef>
              <a:spcAft>
                <a:spcPts val="1200"/>
              </a:spcAft>
              <a:tabLst>
                <a:tab pos="176213" algn="l"/>
              </a:tabLst>
            </a:pPr>
            <a:r>
              <a:rPr lang="fr-FR" sz="1000" dirty="0"/>
              <a:t>Pour compléter la demande d’aide sur le </a:t>
            </a:r>
            <a:r>
              <a:rPr lang="fr-FR" sz="1000" b="1" u="sng" dirty="0"/>
              <a:t>volet administratif, </a:t>
            </a:r>
            <a:r>
              <a:rPr lang="fr-FR" sz="1000" dirty="0"/>
              <a:t>je dois utiliser le </a:t>
            </a:r>
            <a:r>
              <a:rPr lang="fr-FR" sz="1000" b="1" dirty="0">
                <a:solidFill>
                  <a:srgbClr val="0070C0"/>
                </a:solidFill>
              </a:rPr>
              <a:t>lien cliquable </a:t>
            </a:r>
            <a:r>
              <a:rPr lang="fr-FR" sz="1000" dirty="0"/>
              <a:t>de la colonne « </a:t>
            </a:r>
            <a:r>
              <a:rPr lang="fr-FR" sz="1000" b="1" dirty="0"/>
              <a:t>Type de demande » puis        et enfin valider le formulaire.</a:t>
            </a:r>
          </a:p>
          <a:p>
            <a:pPr algn="just" fontAlgn="base">
              <a:spcBef>
                <a:spcPts val="0"/>
              </a:spcBef>
              <a:spcAft>
                <a:spcPts val="1200"/>
              </a:spcAft>
            </a:pPr>
            <a:r>
              <a:rPr lang="fr-FR" sz="1000" dirty="0"/>
              <a:t>Pour compléter la demande d’aide sur le </a:t>
            </a:r>
            <a:r>
              <a:rPr lang="fr-FR" sz="1000" b="1" u="sng" dirty="0"/>
              <a:t>volet technique,</a:t>
            </a:r>
            <a:r>
              <a:rPr lang="fr-FR" sz="1000" dirty="0"/>
              <a:t> je dois cliquer sur     </a:t>
            </a:r>
            <a:r>
              <a:rPr kumimoji="0" lang="fr-FR" sz="1000" b="1" i="0" u="none" strike="noStrike" kern="1200" cap="none" spc="0" normalizeH="0" baseline="0" noProof="0" dirty="0">
                <a:ln>
                  <a:noFill/>
                </a:ln>
                <a:solidFill>
                  <a:prstClr val="white">
                    <a:lumMod val="50000"/>
                  </a:prstClr>
                </a:solidFill>
                <a:effectLst/>
                <a:uLnTx/>
                <a:uFillTx/>
                <a:latin typeface="Arial" panose="020B0604020202020204" pitchFamily="34" charset="0"/>
                <a:ea typeface="+mn-ea"/>
                <a:cs typeface="Arial" panose="020B0604020202020204" pitchFamily="34" charset="0"/>
              </a:rPr>
              <a:t>puis        et enfin valider le formulaire.</a:t>
            </a:r>
            <a:endParaRPr lang="fr-FR" sz="1000" b="1" u="sng" dirty="0"/>
          </a:p>
          <a:p>
            <a:pPr algn="just" fontAlgn="base">
              <a:spcBef>
                <a:spcPts val="0"/>
              </a:spcBef>
              <a:spcAft>
                <a:spcPts val="1200"/>
              </a:spcAft>
            </a:pPr>
            <a:r>
              <a:rPr lang="fr-FR" sz="1000" i="1" dirty="0"/>
              <a:t>      me permet de modifier la demande</a:t>
            </a:r>
            <a:endParaRPr lang="fr-FR" sz="1000" b="1" dirty="0"/>
          </a:p>
          <a:p>
            <a:pPr algn="just" fontAlgn="base">
              <a:spcBef>
                <a:spcPts val="0"/>
              </a:spcBef>
              <a:spcAft>
                <a:spcPts val="1200"/>
              </a:spcAft>
            </a:pPr>
            <a:endParaRPr lang="fr-FR" sz="1000" b="1" dirty="0"/>
          </a:p>
          <a:p>
            <a:pPr algn="just" fontAlgn="base">
              <a:spcBef>
                <a:spcPts val="0"/>
              </a:spcBef>
              <a:spcAft>
                <a:spcPts val="1200"/>
              </a:spcAft>
            </a:pPr>
            <a:r>
              <a:rPr lang="fr-FR" sz="1000" b="1" dirty="0"/>
              <a:t>     me permet de connaître les justificatifs acceptés.</a:t>
            </a:r>
          </a:p>
          <a:p>
            <a:pPr algn="just" fontAlgn="base">
              <a:spcBef>
                <a:spcPts val="0"/>
              </a:spcBef>
              <a:spcAft>
                <a:spcPts val="1200"/>
              </a:spcAft>
            </a:pPr>
            <a:r>
              <a:rPr lang="fr-FR" sz="1000" dirty="0"/>
              <a:t>      </a:t>
            </a:r>
            <a:r>
              <a:rPr lang="fr-FR" sz="1000" b="1" dirty="0"/>
              <a:t>me permet d’ajouter un commentaire sur le dossier et de l’envoyer si nécessaire à l’un des acteurs du dossier </a:t>
            </a:r>
            <a:r>
              <a:rPr lang="fr-FR" sz="1000" dirty="0"/>
              <a:t>(commentaire à envoyer </a:t>
            </a:r>
            <a:r>
              <a:rPr lang="fr-FR" sz="1000" u="sng" dirty="0"/>
              <a:t>systématiquement</a:t>
            </a:r>
            <a:r>
              <a:rPr lang="fr-FR" sz="1000" dirty="0"/>
              <a:t> quand un nouveau document est ajouté à la suite d'une demande de la Région).</a:t>
            </a:r>
          </a:p>
          <a:p>
            <a:pPr algn="just" fontAlgn="base">
              <a:spcBef>
                <a:spcPts val="0"/>
              </a:spcBef>
              <a:spcAft>
                <a:spcPts val="1200"/>
              </a:spcAft>
            </a:pPr>
            <a:endParaRPr lang="fr-FR" sz="1000" b="1" dirty="0"/>
          </a:p>
          <a:p>
            <a:pPr algn="just" fontAlgn="base">
              <a:spcBef>
                <a:spcPts val="0"/>
              </a:spcBef>
              <a:spcAft>
                <a:spcPts val="1200"/>
              </a:spcAft>
            </a:pPr>
            <a:endParaRPr lang="fr-FR" sz="1000" b="1" dirty="0"/>
          </a:p>
        </p:txBody>
      </p:sp>
      <p:pic>
        <p:nvPicPr>
          <p:cNvPr id="3074" name="Picture 2" descr="https://cheque-eco-energie-normandie.up-gestion.com/sites/all/modules/custom/block_sub_header_image/images/front_header_logo_ec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22683" y="0"/>
            <a:ext cx="1905000" cy="1666875"/>
          </a:xfrm>
          <a:prstGeom prst="rect">
            <a:avLst/>
          </a:prstGeom>
          <a:noFill/>
          <a:extLst>
            <a:ext uri="{909E8E84-426E-40DD-AFC4-6F175D3DCCD1}">
              <a14:hiddenFill xmlns:a14="http://schemas.microsoft.com/office/drawing/2010/main">
                <a:solidFill>
                  <a:srgbClr val="FFFFFF"/>
                </a:solidFill>
              </a14:hiddenFill>
            </a:ext>
          </a:extLst>
        </p:spPr>
      </p:pic>
      <p:pic>
        <p:nvPicPr>
          <p:cNvPr id="12" name="Image 11">
            <a:extLst>
              <a:ext uri="{FF2B5EF4-FFF2-40B4-BE49-F238E27FC236}">
                <a16:creationId xmlns:a16="http://schemas.microsoft.com/office/drawing/2014/main" id="{7BCC6FC8-91DD-0CC8-28CF-CAF81689521F}"/>
              </a:ext>
            </a:extLst>
          </p:cNvPr>
          <p:cNvPicPr>
            <a:picLocks noChangeAspect="1"/>
          </p:cNvPicPr>
          <p:nvPr/>
        </p:nvPicPr>
        <p:blipFill>
          <a:blip r:embed="rId4"/>
          <a:stretch>
            <a:fillRect/>
          </a:stretch>
        </p:blipFill>
        <p:spPr>
          <a:xfrm>
            <a:off x="10560496" y="4234678"/>
            <a:ext cx="156343" cy="136800"/>
          </a:xfrm>
          <a:prstGeom prst="rect">
            <a:avLst/>
          </a:prstGeom>
        </p:spPr>
      </p:pic>
      <p:pic>
        <p:nvPicPr>
          <p:cNvPr id="3" name="Image 2">
            <a:extLst>
              <a:ext uri="{FF2B5EF4-FFF2-40B4-BE49-F238E27FC236}">
                <a16:creationId xmlns:a16="http://schemas.microsoft.com/office/drawing/2014/main" id="{480A32B8-284A-3C5D-9BD4-CDA2709171A1}"/>
              </a:ext>
            </a:extLst>
          </p:cNvPr>
          <p:cNvPicPr>
            <a:picLocks noChangeAspect="1"/>
          </p:cNvPicPr>
          <p:nvPr/>
        </p:nvPicPr>
        <p:blipFill>
          <a:blip r:embed="rId5"/>
          <a:stretch>
            <a:fillRect/>
          </a:stretch>
        </p:blipFill>
        <p:spPr>
          <a:xfrm>
            <a:off x="11064552" y="3643213"/>
            <a:ext cx="189655" cy="158046"/>
          </a:xfrm>
          <a:prstGeom prst="rect">
            <a:avLst/>
          </a:prstGeom>
        </p:spPr>
      </p:pic>
      <p:pic>
        <p:nvPicPr>
          <p:cNvPr id="5" name="Image 4">
            <a:extLst>
              <a:ext uri="{FF2B5EF4-FFF2-40B4-BE49-F238E27FC236}">
                <a16:creationId xmlns:a16="http://schemas.microsoft.com/office/drawing/2014/main" id="{EF332BFF-3FD6-F09A-8B32-4781BBFFB73E}"/>
              </a:ext>
            </a:extLst>
          </p:cNvPr>
          <p:cNvPicPr>
            <a:picLocks noChangeAspect="1"/>
          </p:cNvPicPr>
          <p:nvPr/>
        </p:nvPicPr>
        <p:blipFill>
          <a:blip r:embed="rId6"/>
          <a:stretch>
            <a:fillRect/>
          </a:stretch>
        </p:blipFill>
        <p:spPr>
          <a:xfrm>
            <a:off x="2042893" y="2878253"/>
            <a:ext cx="4166165" cy="3047304"/>
          </a:xfrm>
          <a:prstGeom prst="rect">
            <a:avLst/>
          </a:prstGeom>
        </p:spPr>
      </p:pic>
      <p:pic>
        <p:nvPicPr>
          <p:cNvPr id="14" name="Image 13">
            <a:extLst>
              <a:ext uri="{FF2B5EF4-FFF2-40B4-BE49-F238E27FC236}">
                <a16:creationId xmlns:a16="http://schemas.microsoft.com/office/drawing/2014/main" id="{203577A1-B3D7-0B78-8AAD-052A9662A705}"/>
              </a:ext>
            </a:extLst>
          </p:cNvPr>
          <p:cNvPicPr>
            <a:picLocks noChangeAspect="1"/>
          </p:cNvPicPr>
          <p:nvPr/>
        </p:nvPicPr>
        <p:blipFill>
          <a:blip r:embed="rId7"/>
          <a:stretch>
            <a:fillRect/>
          </a:stretch>
        </p:blipFill>
        <p:spPr>
          <a:xfrm>
            <a:off x="8874032" y="5289620"/>
            <a:ext cx="156343" cy="178677"/>
          </a:xfrm>
          <a:prstGeom prst="rect">
            <a:avLst/>
          </a:prstGeom>
        </p:spPr>
      </p:pic>
      <p:pic>
        <p:nvPicPr>
          <p:cNvPr id="15" name="Image 14">
            <a:extLst>
              <a:ext uri="{FF2B5EF4-FFF2-40B4-BE49-F238E27FC236}">
                <a16:creationId xmlns:a16="http://schemas.microsoft.com/office/drawing/2014/main" id="{52151592-DA1C-B6BE-8413-842B0ABFD2EA}"/>
              </a:ext>
            </a:extLst>
          </p:cNvPr>
          <p:cNvPicPr>
            <a:picLocks noChangeAspect="1"/>
          </p:cNvPicPr>
          <p:nvPr/>
        </p:nvPicPr>
        <p:blipFill>
          <a:blip r:embed="rId5"/>
          <a:stretch>
            <a:fillRect/>
          </a:stretch>
        </p:blipFill>
        <p:spPr>
          <a:xfrm>
            <a:off x="11096976" y="4232749"/>
            <a:ext cx="189655" cy="158046"/>
          </a:xfrm>
          <a:prstGeom prst="rect">
            <a:avLst/>
          </a:prstGeom>
        </p:spPr>
      </p:pic>
      <p:pic>
        <p:nvPicPr>
          <p:cNvPr id="17" name="Image 16">
            <a:extLst>
              <a:ext uri="{FF2B5EF4-FFF2-40B4-BE49-F238E27FC236}">
                <a16:creationId xmlns:a16="http://schemas.microsoft.com/office/drawing/2014/main" id="{0BE86A5D-1EE1-C60E-F5D3-9263E047EF64}"/>
              </a:ext>
            </a:extLst>
          </p:cNvPr>
          <p:cNvPicPr>
            <a:picLocks noChangeAspect="1"/>
          </p:cNvPicPr>
          <p:nvPr/>
        </p:nvPicPr>
        <p:blipFill>
          <a:blip r:embed="rId8"/>
          <a:stretch>
            <a:fillRect/>
          </a:stretch>
        </p:blipFill>
        <p:spPr>
          <a:xfrm>
            <a:off x="8877528" y="5766715"/>
            <a:ext cx="156343" cy="141213"/>
          </a:xfrm>
          <a:prstGeom prst="rect">
            <a:avLst/>
          </a:prstGeom>
        </p:spPr>
      </p:pic>
      <p:pic>
        <p:nvPicPr>
          <p:cNvPr id="4" name="Image 3">
            <a:extLst>
              <a:ext uri="{FF2B5EF4-FFF2-40B4-BE49-F238E27FC236}">
                <a16:creationId xmlns:a16="http://schemas.microsoft.com/office/drawing/2014/main" id="{3844DD65-3C3A-5D2A-BB72-8D3275FAB74C}"/>
              </a:ext>
            </a:extLst>
          </p:cNvPr>
          <p:cNvPicPr>
            <a:picLocks noChangeAspect="1"/>
          </p:cNvPicPr>
          <p:nvPr/>
        </p:nvPicPr>
        <p:blipFill>
          <a:blip r:embed="rId9"/>
          <a:stretch>
            <a:fillRect/>
          </a:stretch>
        </p:blipFill>
        <p:spPr>
          <a:xfrm>
            <a:off x="5362561" y="3303850"/>
            <a:ext cx="506012" cy="524301"/>
          </a:xfrm>
          <a:prstGeom prst="rect">
            <a:avLst/>
          </a:prstGeom>
        </p:spPr>
      </p:pic>
      <p:sp>
        <p:nvSpPr>
          <p:cNvPr id="7" name="ZoneTexte 6">
            <a:extLst>
              <a:ext uri="{FF2B5EF4-FFF2-40B4-BE49-F238E27FC236}">
                <a16:creationId xmlns:a16="http://schemas.microsoft.com/office/drawing/2014/main" id="{2AD151BA-36E5-3DF7-0664-6783DAAB2981}"/>
              </a:ext>
            </a:extLst>
          </p:cNvPr>
          <p:cNvSpPr txBox="1"/>
          <p:nvPr/>
        </p:nvSpPr>
        <p:spPr>
          <a:xfrm>
            <a:off x="6457718" y="4977715"/>
            <a:ext cx="1944216" cy="646986"/>
          </a:xfrm>
          <a:prstGeom prst="roundRect">
            <a:avLst/>
          </a:prstGeom>
          <a:solidFill>
            <a:schemeClr val="accent6">
              <a:lumMod val="20000"/>
              <a:lumOff val="80000"/>
            </a:schemeClr>
          </a:solidFill>
          <a:ln w="6350">
            <a:solidFill>
              <a:srgbClr val="F59100"/>
            </a:solidFill>
          </a:ln>
        </p:spPr>
        <p:style>
          <a:lnRef idx="2">
            <a:schemeClr val="accent6"/>
          </a:lnRef>
          <a:fillRef idx="1">
            <a:schemeClr val="lt1"/>
          </a:fillRef>
          <a:effectRef idx="0">
            <a:schemeClr val="accent6"/>
          </a:effectRef>
          <a:fontRef idx="minor">
            <a:schemeClr val="dk1"/>
          </a:fontRef>
        </p:style>
        <p:txBody>
          <a:bodyPr wrap="square" lIns="36000" rIns="36000" rtlCol="0">
            <a:spAutoFit/>
          </a:bodyPr>
          <a:lstStyle/>
          <a:p>
            <a:pPr algn="ctr"/>
            <a:r>
              <a:rPr lang="fr-FR" sz="800" dirty="0">
                <a:solidFill>
                  <a:schemeClr val="bg1">
                    <a:lumMod val="50000"/>
                  </a:schemeClr>
                </a:solidFill>
                <a:latin typeface="Arial" charset="0"/>
                <a:ea typeface="Arial" charset="0"/>
                <a:cs typeface="Arial" charset="0"/>
              </a:rPr>
              <a:t>Si mes nouveaux documents n’apparaissent pas, il faut actualiser la page ou vider les caches dans l’historique du navigateur Internet</a:t>
            </a:r>
          </a:p>
        </p:txBody>
      </p:sp>
      <p:pic>
        <p:nvPicPr>
          <p:cNvPr id="6" name="Image 5">
            <a:extLst>
              <a:ext uri="{FF2B5EF4-FFF2-40B4-BE49-F238E27FC236}">
                <a16:creationId xmlns:a16="http://schemas.microsoft.com/office/drawing/2014/main" id="{6E79324E-BA60-550B-D8D8-CDE87EFEF60F}"/>
              </a:ext>
            </a:extLst>
          </p:cNvPr>
          <p:cNvPicPr>
            <a:picLocks noChangeAspect="1"/>
          </p:cNvPicPr>
          <p:nvPr/>
        </p:nvPicPr>
        <p:blipFill>
          <a:blip r:embed="rId10"/>
          <a:stretch>
            <a:fillRect/>
          </a:stretch>
        </p:blipFill>
        <p:spPr>
          <a:xfrm>
            <a:off x="6332687" y="4725144"/>
            <a:ext cx="377985" cy="341406"/>
          </a:xfrm>
          <a:prstGeom prst="rect">
            <a:avLst/>
          </a:prstGeom>
        </p:spPr>
      </p:pic>
      <p:sp>
        <p:nvSpPr>
          <p:cNvPr id="9" name="ZoneTexte 8">
            <a:extLst>
              <a:ext uri="{FF2B5EF4-FFF2-40B4-BE49-F238E27FC236}">
                <a16:creationId xmlns:a16="http://schemas.microsoft.com/office/drawing/2014/main" id="{8E09D01C-812A-45A6-15FC-9E705B9EC825}"/>
              </a:ext>
            </a:extLst>
          </p:cNvPr>
          <p:cNvSpPr txBox="1"/>
          <p:nvPr/>
        </p:nvSpPr>
        <p:spPr>
          <a:xfrm>
            <a:off x="6457718" y="4194071"/>
            <a:ext cx="1944216" cy="374571"/>
          </a:xfrm>
          <a:prstGeom prst="roundRect">
            <a:avLst/>
          </a:prstGeom>
          <a:solidFill>
            <a:schemeClr val="accent6">
              <a:lumMod val="20000"/>
              <a:lumOff val="80000"/>
            </a:schemeClr>
          </a:solidFill>
          <a:ln w="6350">
            <a:solidFill>
              <a:srgbClr val="F59100"/>
            </a:solidFill>
          </a:ln>
        </p:spPr>
        <p:style>
          <a:lnRef idx="2">
            <a:schemeClr val="accent6"/>
          </a:lnRef>
          <a:fillRef idx="1">
            <a:schemeClr val="lt1"/>
          </a:fillRef>
          <a:effectRef idx="0">
            <a:schemeClr val="accent6"/>
          </a:effectRef>
          <a:fontRef idx="minor">
            <a:schemeClr val="dk1"/>
          </a:fontRef>
        </p:style>
        <p:txBody>
          <a:bodyPr wrap="square" lIns="36000" rIns="36000" rtlCol="0">
            <a:spAutoFit/>
          </a:bodyPr>
          <a:lstStyle/>
          <a:p>
            <a:pPr algn="ctr"/>
            <a:r>
              <a:rPr lang="fr-FR" sz="800" dirty="0">
                <a:solidFill>
                  <a:schemeClr val="bg1">
                    <a:lumMod val="50000"/>
                  </a:schemeClr>
                </a:solidFill>
                <a:latin typeface="Arial" charset="0"/>
                <a:ea typeface="Arial" charset="0"/>
                <a:cs typeface="Arial" charset="0"/>
              </a:rPr>
              <a:t>La taille d’un fichier déposé ne doit pas excéder 5 Mo</a:t>
            </a:r>
          </a:p>
        </p:txBody>
      </p:sp>
      <p:pic>
        <p:nvPicPr>
          <p:cNvPr id="10" name="Image 9">
            <a:extLst>
              <a:ext uri="{FF2B5EF4-FFF2-40B4-BE49-F238E27FC236}">
                <a16:creationId xmlns:a16="http://schemas.microsoft.com/office/drawing/2014/main" id="{F09A1407-57EC-6C7E-8AE2-9E80CCBC2EFD}"/>
              </a:ext>
            </a:extLst>
          </p:cNvPr>
          <p:cNvPicPr>
            <a:picLocks noChangeAspect="1"/>
          </p:cNvPicPr>
          <p:nvPr/>
        </p:nvPicPr>
        <p:blipFill>
          <a:blip r:embed="rId11"/>
          <a:stretch>
            <a:fillRect/>
          </a:stretch>
        </p:blipFill>
        <p:spPr>
          <a:xfrm>
            <a:off x="6338784" y="3913585"/>
            <a:ext cx="371888" cy="341406"/>
          </a:xfrm>
          <a:prstGeom prst="rect">
            <a:avLst/>
          </a:prstGeom>
        </p:spPr>
      </p:pic>
      <p:pic>
        <p:nvPicPr>
          <p:cNvPr id="16" name="Image 15">
            <a:extLst>
              <a:ext uri="{FF2B5EF4-FFF2-40B4-BE49-F238E27FC236}">
                <a16:creationId xmlns:a16="http://schemas.microsoft.com/office/drawing/2014/main" id="{1FABB124-8F2D-2D3B-C6FB-13F8095ABF37}"/>
              </a:ext>
            </a:extLst>
          </p:cNvPr>
          <p:cNvPicPr>
            <a:picLocks noChangeAspect="1"/>
          </p:cNvPicPr>
          <p:nvPr/>
        </p:nvPicPr>
        <p:blipFill>
          <a:blip r:embed="rId9"/>
          <a:stretch>
            <a:fillRect/>
          </a:stretch>
        </p:blipFill>
        <p:spPr>
          <a:xfrm rot="13983868">
            <a:off x="6101480" y="3302468"/>
            <a:ext cx="506012" cy="510816"/>
          </a:xfrm>
          <a:prstGeom prst="rect">
            <a:avLst/>
          </a:prstGeom>
        </p:spPr>
      </p:pic>
      <p:pic>
        <p:nvPicPr>
          <p:cNvPr id="21" name="Image 20">
            <a:extLst>
              <a:ext uri="{FF2B5EF4-FFF2-40B4-BE49-F238E27FC236}">
                <a16:creationId xmlns:a16="http://schemas.microsoft.com/office/drawing/2014/main" id="{8935985E-D69A-1FEE-31C0-C6CE05FE66C7}"/>
              </a:ext>
            </a:extLst>
          </p:cNvPr>
          <p:cNvPicPr>
            <a:picLocks noChangeAspect="1"/>
          </p:cNvPicPr>
          <p:nvPr/>
        </p:nvPicPr>
        <p:blipFill>
          <a:blip r:embed="rId12"/>
          <a:stretch>
            <a:fillRect/>
          </a:stretch>
        </p:blipFill>
        <p:spPr>
          <a:xfrm>
            <a:off x="0" y="518801"/>
            <a:ext cx="8401934" cy="1976926"/>
          </a:xfrm>
          <a:prstGeom prst="rect">
            <a:avLst/>
          </a:prstGeom>
        </p:spPr>
      </p:pic>
      <p:pic>
        <p:nvPicPr>
          <p:cNvPr id="2" name="Image 1">
            <a:extLst>
              <a:ext uri="{FF2B5EF4-FFF2-40B4-BE49-F238E27FC236}">
                <a16:creationId xmlns:a16="http://schemas.microsoft.com/office/drawing/2014/main" id="{4D159044-8B82-8F7E-5ADF-9E23FBCD9166}"/>
              </a:ext>
            </a:extLst>
          </p:cNvPr>
          <p:cNvPicPr>
            <a:picLocks noChangeAspect="1"/>
          </p:cNvPicPr>
          <p:nvPr/>
        </p:nvPicPr>
        <p:blipFill>
          <a:blip r:embed="rId5"/>
          <a:stretch>
            <a:fillRect/>
          </a:stretch>
        </p:blipFill>
        <p:spPr>
          <a:xfrm>
            <a:off x="8840720" y="4680237"/>
            <a:ext cx="189655" cy="158046"/>
          </a:xfrm>
          <a:prstGeom prst="rect">
            <a:avLst/>
          </a:prstGeom>
        </p:spPr>
      </p:pic>
    </p:spTree>
    <p:extLst>
      <p:ext uri="{BB962C8B-B14F-4D97-AF65-F5344CB8AC3E}">
        <p14:creationId xmlns:p14="http://schemas.microsoft.com/office/powerpoint/2010/main" val="29368872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Espace réservé du texte 31"/>
          <p:cNvSpPr>
            <a:spLocks noGrp="1"/>
          </p:cNvSpPr>
          <p:nvPr>
            <p:ph type="body" sz="quarter" idx="13"/>
          </p:nvPr>
        </p:nvSpPr>
        <p:spPr>
          <a:xfrm>
            <a:off x="8760296" y="764704"/>
            <a:ext cx="3312368" cy="1904012"/>
          </a:xfrm>
        </p:spPr>
        <p:txBody>
          <a:bodyPr>
            <a:normAutofit/>
          </a:bodyPr>
          <a:lstStyle/>
          <a:p>
            <a:endParaRPr lang="fr-FR" b="0" dirty="0"/>
          </a:p>
          <a:p>
            <a:r>
              <a:rPr lang="fr-FR" sz="2000" dirty="0"/>
              <a:t>Contacts utiles</a:t>
            </a:r>
          </a:p>
        </p:txBody>
      </p:sp>
      <p:pic>
        <p:nvPicPr>
          <p:cNvPr id="3074" name="Picture 2" descr="https://cheque-eco-energie-normandie.up-gestion.com/sites/all/modules/custom/block_sub_header_image/images/front_header_logo_ec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22683" y="0"/>
            <a:ext cx="1905000" cy="1666875"/>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Groupe 10">
            <a:extLst>
              <a:ext uri="{FF2B5EF4-FFF2-40B4-BE49-F238E27FC236}">
                <a16:creationId xmlns:a16="http://schemas.microsoft.com/office/drawing/2014/main" id="{DEB7AFF8-53D3-131B-7E16-FBF0C9C5C7DB}"/>
              </a:ext>
            </a:extLst>
          </p:cNvPr>
          <p:cNvGrpSpPr/>
          <p:nvPr/>
        </p:nvGrpSpPr>
        <p:grpSpPr>
          <a:xfrm>
            <a:off x="258975" y="378412"/>
            <a:ext cx="6877105" cy="5040302"/>
            <a:chOff x="2878967" y="4813604"/>
            <a:chExt cx="2855309" cy="2876371"/>
          </a:xfrm>
        </p:grpSpPr>
        <p:sp>
          <p:nvSpPr>
            <p:cNvPr id="13" name="ZoneTexte 12">
              <a:extLst>
                <a:ext uri="{FF2B5EF4-FFF2-40B4-BE49-F238E27FC236}">
                  <a16:creationId xmlns:a16="http://schemas.microsoft.com/office/drawing/2014/main" id="{E83A13C1-FA98-BB51-D8E1-EA0F2DA24117}"/>
                </a:ext>
              </a:extLst>
            </p:cNvPr>
            <p:cNvSpPr txBox="1"/>
            <p:nvPr/>
          </p:nvSpPr>
          <p:spPr>
            <a:xfrm>
              <a:off x="3028452" y="4901407"/>
              <a:ext cx="2705824" cy="2788568"/>
            </a:xfrm>
            <a:prstGeom prst="roundRect">
              <a:avLst/>
            </a:prstGeom>
            <a:solidFill>
              <a:schemeClr val="accent6">
                <a:lumMod val="20000"/>
                <a:lumOff val="80000"/>
              </a:schemeClr>
            </a:solidFill>
            <a:ln w="6350">
              <a:solidFill>
                <a:srgbClr val="F59100"/>
              </a:solidFill>
            </a:ln>
          </p:spPr>
          <p:style>
            <a:lnRef idx="2">
              <a:schemeClr val="accent6"/>
            </a:lnRef>
            <a:fillRef idx="1">
              <a:schemeClr val="lt1"/>
            </a:fillRef>
            <a:effectRef idx="0">
              <a:schemeClr val="accent6"/>
            </a:effectRef>
            <a:fontRef idx="minor">
              <a:schemeClr val="dk1"/>
            </a:fontRef>
          </p:style>
          <p:txBody>
            <a:bodyPr wrap="square" lIns="36000" rIns="36000" rtlCol="0">
              <a:spAutoFit/>
            </a:bodyPr>
            <a:lstStyle/>
            <a:p>
              <a:pPr algn="just"/>
              <a:endParaRPr lang="fr-FR" sz="1200" dirty="0">
                <a:solidFill>
                  <a:schemeClr val="bg1">
                    <a:lumMod val="50000"/>
                  </a:schemeClr>
                </a:solidFill>
                <a:latin typeface="Arial" charset="0"/>
                <a:ea typeface="Arial" charset="0"/>
                <a:cs typeface="Arial" charset="0"/>
              </a:endParaRPr>
            </a:p>
            <a:p>
              <a:pPr algn="just"/>
              <a:endParaRPr lang="fr-FR" sz="1200" dirty="0">
                <a:solidFill>
                  <a:schemeClr val="bg1">
                    <a:lumMod val="50000"/>
                  </a:schemeClr>
                </a:solidFill>
                <a:latin typeface="Arial" charset="0"/>
                <a:ea typeface="Arial" charset="0"/>
                <a:cs typeface="Arial" charset="0"/>
              </a:endParaRPr>
            </a:p>
            <a:p>
              <a:r>
                <a:rPr lang="fr-FR" sz="1200" b="1" dirty="0">
                  <a:solidFill>
                    <a:schemeClr val="bg1">
                      <a:lumMod val="50000"/>
                    </a:schemeClr>
                  </a:solidFill>
                  <a:latin typeface="Arial" charset="0"/>
                  <a:ea typeface="Arial" charset="0"/>
                  <a:cs typeface="Arial" charset="0"/>
                </a:rPr>
                <a:t>Anne-Gaëlle CARO : </a:t>
              </a:r>
              <a:r>
                <a:rPr lang="fr-FR" sz="1200" dirty="0">
                  <a:solidFill>
                    <a:schemeClr val="bg1">
                      <a:lumMod val="50000"/>
                    </a:schemeClr>
                  </a:solidFill>
                  <a:latin typeface="Arial" charset="0"/>
                  <a:ea typeface="Arial" charset="0"/>
                  <a:cs typeface="Arial" charset="0"/>
                </a:rPr>
                <a:t>gestion globale du dispositif</a:t>
              </a:r>
            </a:p>
            <a:p>
              <a:r>
                <a:rPr lang="fr-FR" sz="1100" dirty="0">
                  <a:solidFill>
                    <a:schemeClr val="bg1">
                      <a:lumMod val="50000"/>
                    </a:schemeClr>
                  </a:solidFill>
                  <a:latin typeface="Arial" charset="0"/>
                  <a:ea typeface="Arial" charset="0"/>
                  <a:cs typeface="Arial" charset="0"/>
                  <a:hlinkClick r:id="rId4"/>
                </a:rPr>
                <a:t>anne-gaelle.caro@normandie.fr</a:t>
              </a:r>
              <a:r>
                <a:rPr lang="fr-FR" sz="1100" dirty="0">
                  <a:solidFill>
                    <a:schemeClr val="bg1">
                      <a:lumMod val="50000"/>
                    </a:schemeClr>
                  </a:solidFill>
                  <a:latin typeface="Arial" charset="0"/>
                  <a:ea typeface="Arial" charset="0"/>
                  <a:cs typeface="Arial" charset="0"/>
                </a:rPr>
                <a:t> 02 31 15 13 68</a:t>
              </a:r>
            </a:p>
            <a:p>
              <a:endParaRPr lang="fr-FR" sz="1200" dirty="0">
                <a:solidFill>
                  <a:schemeClr val="bg1">
                    <a:lumMod val="50000"/>
                  </a:schemeClr>
                </a:solidFill>
                <a:latin typeface="Arial" charset="0"/>
                <a:ea typeface="Arial" charset="0"/>
                <a:cs typeface="Arial" charset="0"/>
              </a:endParaRPr>
            </a:p>
            <a:p>
              <a:r>
                <a:rPr lang="fr-FR" sz="1200" b="1" dirty="0">
                  <a:solidFill>
                    <a:schemeClr val="bg1">
                      <a:lumMod val="50000"/>
                    </a:schemeClr>
                  </a:solidFill>
                  <a:latin typeface="Arial" charset="0"/>
                  <a:ea typeface="Arial" charset="0"/>
                  <a:cs typeface="Arial" charset="0"/>
                </a:rPr>
                <a:t>Fanny CALVEZ : </a:t>
              </a:r>
              <a:r>
                <a:rPr lang="fr-FR" sz="1200" dirty="0">
                  <a:solidFill>
                    <a:schemeClr val="bg1">
                      <a:lumMod val="50000"/>
                    </a:schemeClr>
                  </a:solidFill>
                  <a:latin typeface="Arial" charset="0"/>
                  <a:ea typeface="Arial" charset="0"/>
                  <a:cs typeface="Arial" charset="0"/>
                </a:rPr>
                <a:t>suivi administratif des dossiers </a:t>
              </a:r>
            </a:p>
            <a:p>
              <a:r>
                <a:rPr lang="fr-FR" sz="1100" dirty="0">
                  <a:solidFill>
                    <a:schemeClr val="bg1">
                      <a:lumMod val="50000"/>
                    </a:schemeClr>
                  </a:solidFill>
                  <a:latin typeface="Arial" charset="0"/>
                  <a:ea typeface="Arial" charset="0"/>
                  <a:cs typeface="Arial" charset="0"/>
                  <a:hlinkClick r:id="rId5"/>
                </a:rPr>
                <a:t>fanny.calvez@normandie.fr</a:t>
              </a:r>
              <a:r>
                <a:rPr lang="fr-FR" sz="1100" dirty="0">
                  <a:solidFill>
                    <a:schemeClr val="bg1">
                      <a:lumMod val="50000"/>
                    </a:schemeClr>
                  </a:solidFill>
                  <a:latin typeface="Arial" charset="0"/>
                  <a:ea typeface="Arial" charset="0"/>
                  <a:cs typeface="Arial" charset="0"/>
                </a:rPr>
                <a:t> 02 31 15 81 73 </a:t>
              </a:r>
            </a:p>
            <a:p>
              <a:endParaRPr lang="fr-FR" sz="1200" b="1" dirty="0">
                <a:solidFill>
                  <a:schemeClr val="bg1">
                    <a:lumMod val="50000"/>
                  </a:schemeClr>
                </a:solidFill>
                <a:latin typeface="Arial" charset="0"/>
                <a:ea typeface="Arial" charset="0"/>
                <a:cs typeface="Arial" charset="0"/>
              </a:endParaRPr>
            </a:p>
            <a:p>
              <a:r>
                <a:rPr lang="fr-FR" sz="1200" b="1" dirty="0">
                  <a:solidFill>
                    <a:schemeClr val="bg1">
                      <a:lumMod val="50000"/>
                    </a:schemeClr>
                  </a:solidFill>
                  <a:latin typeface="Arial" charset="0"/>
                  <a:ea typeface="Arial" charset="0"/>
                  <a:cs typeface="Arial" charset="0"/>
                </a:rPr>
                <a:t>Aurélie COGNARD : </a:t>
              </a:r>
              <a:r>
                <a:rPr lang="fr-FR" sz="1200" dirty="0">
                  <a:solidFill>
                    <a:schemeClr val="bg1">
                      <a:lumMod val="50000"/>
                    </a:schemeClr>
                  </a:solidFill>
                  <a:latin typeface="Arial" charset="0"/>
                  <a:ea typeface="Arial" charset="0"/>
                  <a:cs typeface="Arial" charset="0"/>
                </a:rPr>
                <a:t>suivi technique des dossiers / plan de financement (écrêtement) </a:t>
              </a:r>
              <a:r>
                <a:rPr lang="fr-FR" sz="1100" dirty="0">
                  <a:solidFill>
                    <a:schemeClr val="bg1">
                      <a:lumMod val="50000"/>
                    </a:schemeClr>
                  </a:solidFill>
                  <a:latin typeface="Arial" charset="0"/>
                  <a:ea typeface="Arial" charset="0"/>
                  <a:cs typeface="Arial" charset="0"/>
                  <a:hlinkClick r:id="rId6"/>
                </a:rPr>
                <a:t>aurelie.cognard@normandie.fr</a:t>
              </a:r>
              <a:r>
                <a:rPr lang="fr-FR" sz="1100" dirty="0">
                  <a:solidFill>
                    <a:schemeClr val="bg1">
                      <a:lumMod val="50000"/>
                    </a:schemeClr>
                  </a:solidFill>
                  <a:latin typeface="Arial" charset="0"/>
                  <a:ea typeface="Arial" charset="0"/>
                  <a:cs typeface="Arial" charset="0"/>
                </a:rPr>
                <a:t> 02 31 06 89 05</a:t>
              </a:r>
            </a:p>
            <a:p>
              <a:endParaRPr lang="fr-FR" sz="1200" dirty="0">
                <a:solidFill>
                  <a:schemeClr val="bg1">
                    <a:lumMod val="50000"/>
                  </a:schemeClr>
                </a:solidFill>
                <a:latin typeface="Arial" charset="0"/>
                <a:ea typeface="Arial" charset="0"/>
                <a:cs typeface="Arial" charset="0"/>
              </a:endParaRPr>
            </a:p>
            <a:p>
              <a:r>
                <a:rPr lang="fr-FR" sz="1200" b="1" dirty="0">
                  <a:solidFill>
                    <a:schemeClr val="bg1">
                      <a:lumMod val="50000"/>
                    </a:schemeClr>
                  </a:solidFill>
                  <a:latin typeface="Arial" charset="0"/>
                  <a:ea typeface="Arial" charset="0"/>
                  <a:cs typeface="Arial" charset="0"/>
                </a:rPr>
                <a:t>Aurélien DUJARDIN : </a:t>
              </a:r>
              <a:r>
                <a:rPr lang="fr-FR" sz="1200" dirty="0">
                  <a:solidFill>
                    <a:schemeClr val="bg1">
                      <a:lumMod val="50000"/>
                    </a:schemeClr>
                  </a:solidFill>
                  <a:latin typeface="Arial" charset="0"/>
                  <a:ea typeface="Arial" charset="0"/>
                  <a:cs typeface="Arial" charset="0"/>
                </a:rPr>
                <a:t>orientation conseiller / paiement / conventionnement </a:t>
              </a:r>
              <a:r>
                <a:rPr lang="fr-FR" sz="1200">
                  <a:solidFill>
                    <a:schemeClr val="bg1">
                      <a:lumMod val="50000"/>
                    </a:schemeClr>
                  </a:solidFill>
                  <a:latin typeface="Arial" charset="0"/>
                  <a:ea typeface="Arial" charset="0"/>
                  <a:cs typeface="Arial" charset="0"/>
                </a:rPr>
                <a:t>/ plateforme </a:t>
              </a:r>
              <a:r>
                <a:rPr lang="fr-FR" sz="1100" dirty="0">
                  <a:solidFill>
                    <a:schemeClr val="bg1">
                      <a:lumMod val="50000"/>
                    </a:schemeClr>
                  </a:solidFill>
                  <a:latin typeface="Arial" charset="0"/>
                  <a:ea typeface="Arial" charset="0"/>
                  <a:cs typeface="Arial" charset="0"/>
                  <a:hlinkClick r:id="rId7"/>
                </a:rPr>
                <a:t>aurelien.dujardin@normandie.fr</a:t>
              </a:r>
              <a:r>
                <a:rPr lang="fr-FR" sz="1100" dirty="0">
                  <a:solidFill>
                    <a:schemeClr val="bg1">
                      <a:lumMod val="50000"/>
                    </a:schemeClr>
                  </a:solidFill>
                  <a:latin typeface="Arial" charset="0"/>
                  <a:ea typeface="Arial" charset="0"/>
                  <a:cs typeface="Arial" charset="0"/>
                </a:rPr>
                <a:t> 02 31 06 78 81</a:t>
              </a:r>
            </a:p>
            <a:p>
              <a:endParaRPr lang="fr-FR" sz="1200" dirty="0">
                <a:solidFill>
                  <a:schemeClr val="bg1">
                    <a:lumMod val="50000"/>
                  </a:schemeClr>
                </a:solidFill>
                <a:latin typeface="Arial" charset="0"/>
                <a:ea typeface="Arial" charset="0"/>
                <a:cs typeface="Arial" charset="0"/>
              </a:endParaRPr>
            </a:p>
            <a:p>
              <a:r>
                <a:rPr lang="fr-FR" sz="1200" b="1" dirty="0">
                  <a:solidFill>
                    <a:schemeClr val="bg1">
                      <a:lumMod val="50000"/>
                    </a:schemeClr>
                  </a:solidFill>
                  <a:latin typeface="Arial" charset="0"/>
                  <a:ea typeface="Arial" charset="0"/>
                  <a:cs typeface="Arial" charset="0"/>
                </a:rPr>
                <a:t>Alexandra BENARD : </a:t>
              </a:r>
              <a:r>
                <a:rPr lang="fr-FR" sz="1200" dirty="0">
                  <a:solidFill>
                    <a:schemeClr val="bg1">
                      <a:lumMod val="50000"/>
                    </a:schemeClr>
                  </a:solidFill>
                  <a:latin typeface="Arial" charset="0"/>
                  <a:ea typeface="Arial" charset="0"/>
                  <a:cs typeface="Arial" charset="0"/>
                </a:rPr>
                <a:t>communication / organisation des salons </a:t>
              </a:r>
              <a:r>
                <a:rPr lang="fr-FR" sz="1100" dirty="0">
                  <a:solidFill>
                    <a:schemeClr val="bg1">
                      <a:lumMod val="50000"/>
                    </a:schemeClr>
                  </a:solidFill>
                  <a:latin typeface="Arial" charset="0"/>
                  <a:ea typeface="Arial" charset="0"/>
                  <a:cs typeface="Arial" charset="0"/>
                  <a:hlinkClick r:id="rId8"/>
                </a:rPr>
                <a:t>a</a:t>
              </a:r>
              <a:r>
                <a:rPr lang="sv-SE" sz="1100" dirty="0">
                  <a:solidFill>
                    <a:schemeClr val="bg1">
                      <a:lumMod val="50000"/>
                    </a:schemeClr>
                  </a:solidFill>
                  <a:latin typeface="Arial" charset="0"/>
                  <a:ea typeface="Arial" charset="0"/>
                  <a:cs typeface="Arial" charset="0"/>
                  <a:hlinkClick r:id="rId8"/>
                </a:rPr>
                <a:t>lexandra.benard@normandie.fr</a:t>
              </a:r>
              <a:r>
                <a:rPr lang="sv-SE" sz="1100" dirty="0">
                  <a:solidFill>
                    <a:schemeClr val="bg1">
                      <a:lumMod val="50000"/>
                    </a:schemeClr>
                  </a:solidFill>
                  <a:latin typeface="Arial" charset="0"/>
                  <a:ea typeface="Arial" charset="0"/>
                  <a:cs typeface="Arial" charset="0"/>
                </a:rPr>
                <a:t> 02 31 06 96 79</a:t>
              </a:r>
              <a:endParaRPr lang="fr-FR" sz="1100" dirty="0">
                <a:solidFill>
                  <a:schemeClr val="bg1">
                    <a:lumMod val="50000"/>
                  </a:schemeClr>
                </a:solidFill>
                <a:latin typeface="Arial" charset="0"/>
                <a:ea typeface="Arial" charset="0"/>
                <a:cs typeface="Arial" charset="0"/>
              </a:endParaRPr>
            </a:p>
            <a:p>
              <a:endParaRPr lang="fr-FR" sz="1200" dirty="0">
                <a:solidFill>
                  <a:schemeClr val="bg1">
                    <a:lumMod val="50000"/>
                  </a:schemeClr>
                </a:solidFill>
                <a:latin typeface="Arial" charset="0"/>
                <a:ea typeface="Arial" charset="0"/>
                <a:cs typeface="Arial" charset="0"/>
              </a:endParaRPr>
            </a:p>
            <a:p>
              <a:r>
                <a:rPr lang="fr-FR" sz="1200" b="1" dirty="0">
                  <a:solidFill>
                    <a:schemeClr val="bg1">
                      <a:lumMod val="50000"/>
                    </a:schemeClr>
                  </a:solidFill>
                  <a:latin typeface="Arial" charset="0"/>
                  <a:ea typeface="Arial" charset="0"/>
                  <a:cs typeface="Arial" charset="0"/>
                </a:rPr>
                <a:t>Eric ZIMOLONG :  </a:t>
              </a:r>
              <a:r>
                <a:rPr lang="fr-FR" sz="1200" dirty="0">
                  <a:solidFill>
                    <a:schemeClr val="bg1">
                      <a:lumMod val="50000"/>
                    </a:schemeClr>
                  </a:solidFill>
                  <a:latin typeface="Arial" charset="0"/>
                  <a:ea typeface="Arial" charset="0"/>
                  <a:cs typeface="Arial" charset="0"/>
                </a:rPr>
                <a:t>animation du réseau / prospection et accompagnement des candidats au conventionnement « auditeur » et « rénovateur BBC »</a:t>
              </a:r>
            </a:p>
            <a:p>
              <a:r>
                <a:rPr lang="fr-FR" sz="1100" dirty="0">
                  <a:solidFill>
                    <a:schemeClr val="bg1">
                      <a:lumMod val="50000"/>
                    </a:schemeClr>
                  </a:solidFill>
                  <a:latin typeface="Arial" charset="0"/>
                  <a:ea typeface="Arial" charset="0"/>
                  <a:cs typeface="Arial" charset="0"/>
                  <a:hlinkClick r:id="rId9"/>
                </a:rPr>
                <a:t>eric.zimolong@laposte.net</a:t>
              </a:r>
              <a:r>
                <a:rPr lang="fr-FR" sz="1100" dirty="0">
                  <a:solidFill>
                    <a:schemeClr val="bg1">
                      <a:lumMod val="50000"/>
                    </a:schemeClr>
                  </a:solidFill>
                  <a:latin typeface="Arial" charset="0"/>
                  <a:ea typeface="Arial" charset="0"/>
                  <a:cs typeface="Arial" charset="0"/>
                </a:rPr>
                <a:t> </a:t>
              </a:r>
              <a:r>
                <a:rPr lang="fr-FR" sz="1100" dirty="0">
                  <a:solidFill>
                    <a:schemeClr val="bg1">
                      <a:lumMod val="50000"/>
                    </a:schemeClr>
                  </a:solidFill>
                  <a:latin typeface="Arial" charset="0"/>
                  <a:cs typeface="Arial" charset="0"/>
                </a:rPr>
                <a:t>06 50 28 97 75</a:t>
              </a:r>
            </a:p>
            <a:p>
              <a:endParaRPr lang="fr-FR" sz="1200" dirty="0">
                <a:solidFill>
                  <a:schemeClr val="bg1">
                    <a:lumMod val="50000"/>
                  </a:schemeClr>
                </a:solidFill>
                <a:latin typeface="Arial" charset="0"/>
                <a:ea typeface="Arial" charset="0"/>
                <a:cs typeface="Arial" charset="0"/>
              </a:endParaRPr>
            </a:p>
            <a:p>
              <a:r>
                <a:rPr lang="fr-FR" sz="1200" b="1" dirty="0">
                  <a:solidFill>
                    <a:schemeClr val="bg1">
                      <a:lumMod val="50000"/>
                    </a:schemeClr>
                  </a:solidFill>
                  <a:latin typeface="Arial" charset="0"/>
                  <a:ea typeface="Arial" charset="0"/>
                  <a:cs typeface="Arial" charset="0"/>
                </a:rPr>
                <a:t>Charlotte BEL : </a:t>
              </a:r>
              <a:r>
                <a:rPr lang="fr-FR" sz="1200" dirty="0">
                  <a:solidFill>
                    <a:schemeClr val="bg1">
                      <a:lumMod val="50000"/>
                    </a:schemeClr>
                  </a:solidFill>
                  <a:latin typeface="Arial" charset="0"/>
                  <a:ea typeface="Arial" charset="0"/>
                  <a:cs typeface="Arial" charset="0"/>
                </a:rPr>
                <a:t>expertise technique</a:t>
              </a:r>
            </a:p>
            <a:p>
              <a:r>
                <a:rPr lang="fr-FR" sz="1100" dirty="0">
                  <a:solidFill>
                    <a:schemeClr val="bg1">
                      <a:lumMod val="50000"/>
                    </a:schemeClr>
                  </a:solidFill>
                  <a:latin typeface="Arial" charset="0"/>
                  <a:ea typeface="Arial" charset="0"/>
                  <a:cs typeface="Arial" charset="0"/>
                  <a:hlinkClick r:id="rId10"/>
                </a:rPr>
                <a:t>charlotte.bel@pouget-consultants.fr</a:t>
              </a:r>
              <a:r>
                <a:rPr lang="fr-FR" sz="1100" dirty="0">
                  <a:solidFill>
                    <a:schemeClr val="bg1">
                      <a:lumMod val="50000"/>
                    </a:schemeClr>
                  </a:solidFill>
                  <a:latin typeface="Arial" charset="0"/>
                  <a:ea typeface="Arial" charset="0"/>
                  <a:cs typeface="Arial" charset="0"/>
                </a:rPr>
                <a:t> 01 42 59 53 64</a:t>
              </a:r>
            </a:p>
            <a:p>
              <a:pPr algn="just"/>
              <a:endParaRPr lang="fr-FR" sz="1200" dirty="0">
                <a:solidFill>
                  <a:schemeClr val="bg1">
                    <a:lumMod val="50000"/>
                  </a:schemeClr>
                </a:solidFill>
                <a:latin typeface="Arial" charset="0"/>
                <a:ea typeface="Arial" charset="0"/>
                <a:cs typeface="Arial" charset="0"/>
              </a:endParaRPr>
            </a:p>
          </p:txBody>
        </p:sp>
        <p:pic>
          <p:nvPicPr>
            <p:cNvPr id="18" name="Picture 2" descr="Dessin Animé, Icône, Ampoule, Symbole">
              <a:extLst>
                <a:ext uri="{FF2B5EF4-FFF2-40B4-BE49-F238E27FC236}">
                  <a16:creationId xmlns:a16="http://schemas.microsoft.com/office/drawing/2014/main" id="{0A53CEE6-F1FF-2C92-52EB-4B93ED072297}"/>
                </a:ext>
              </a:extLst>
            </p:cNvPr>
            <p:cNvPicPr>
              <a:picLocks noChangeAspect="1" noChangeArrowheads="1"/>
            </p:cNvPicPr>
            <p:nvPr/>
          </p:nvPicPr>
          <p:blipFill>
            <a:blip r:embed="rId11"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878967" y="4813604"/>
              <a:ext cx="360000" cy="380059"/>
            </a:xfrm>
            <a:prstGeom prst="rect">
              <a:avLst/>
            </a:prstGeom>
            <a:noFill/>
            <a:extLst>
              <a:ext uri="{909E8E84-426E-40DD-AFC4-6F175D3DCCD1}">
                <a14:hiddenFill xmlns:a14="http://schemas.microsoft.com/office/drawing/2010/main">
                  <a:solidFill>
                    <a:srgbClr val="FFFFFF"/>
                  </a:solidFill>
                </a14:hiddenFill>
              </a:ext>
            </a:extLst>
          </p:spPr>
        </p:pic>
      </p:grpSp>
      <p:sp>
        <p:nvSpPr>
          <p:cNvPr id="23" name="ZoneTexte 22">
            <a:extLst>
              <a:ext uri="{FF2B5EF4-FFF2-40B4-BE49-F238E27FC236}">
                <a16:creationId xmlns:a16="http://schemas.microsoft.com/office/drawing/2014/main" id="{1ED7FCB8-26C1-BD64-1DA5-91D6D378AF1A}"/>
              </a:ext>
            </a:extLst>
          </p:cNvPr>
          <p:cNvSpPr txBox="1"/>
          <p:nvPr/>
        </p:nvSpPr>
        <p:spPr>
          <a:xfrm>
            <a:off x="4241962" y="5347703"/>
            <a:ext cx="4104455" cy="1293971"/>
          </a:xfrm>
          <a:prstGeom prst="roundRect">
            <a:avLst/>
          </a:prstGeom>
          <a:solidFill>
            <a:schemeClr val="accent6">
              <a:lumMod val="20000"/>
              <a:lumOff val="80000"/>
            </a:schemeClr>
          </a:solidFill>
          <a:ln w="6350">
            <a:solidFill>
              <a:srgbClr val="F59100"/>
            </a:solidFill>
          </a:ln>
        </p:spPr>
        <p:style>
          <a:lnRef idx="2">
            <a:schemeClr val="accent6"/>
          </a:lnRef>
          <a:fillRef idx="1">
            <a:schemeClr val="lt1"/>
          </a:fillRef>
          <a:effectRef idx="0">
            <a:schemeClr val="accent6"/>
          </a:effectRef>
          <a:fontRef idx="minor">
            <a:schemeClr val="dk1"/>
          </a:fontRef>
        </p:style>
        <p:txBody>
          <a:bodyPr wrap="square" lIns="36000" rIns="36000" rtlCol="0">
            <a:spAutoFit/>
          </a:bodyPr>
          <a:lstStyle/>
          <a:p>
            <a:pPr algn="ctr"/>
            <a:r>
              <a:rPr lang="fr-FR" sz="1400" dirty="0">
                <a:solidFill>
                  <a:schemeClr val="bg1">
                    <a:lumMod val="50000"/>
                  </a:schemeClr>
                </a:solidFill>
                <a:latin typeface="Arial" charset="0"/>
                <a:ea typeface="Arial" charset="0"/>
                <a:cs typeface="Arial" charset="0"/>
              </a:rPr>
              <a:t>Ces contacts sont à destination du réseau Chèque éco-énergie Normandie, </a:t>
            </a:r>
          </a:p>
          <a:p>
            <a:pPr algn="ctr"/>
            <a:r>
              <a:rPr lang="fr-FR" sz="1400" b="1" u="sng" dirty="0">
                <a:solidFill>
                  <a:schemeClr val="bg1">
                    <a:lumMod val="50000"/>
                  </a:schemeClr>
                </a:solidFill>
                <a:latin typeface="Arial" charset="0"/>
                <a:ea typeface="Arial" charset="0"/>
                <a:cs typeface="Arial" charset="0"/>
              </a:rPr>
              <a:t>ils ne sont en aucun cas à transmettre aux bénéficiaires !</a:t>
            </a:r>
          </a:p>
          <a:p>
            <a:pPr algn="ctr"/>
            <a:r>
              <a:rPr lang="fr-FR" sz="1400" dirty="0">
                <a:solidFill>
                  <a:schemeClr val="bg1">
                    <a:lumMod val="50000"/>
                  </a:schemeClr>
                </a:solidFill>
                <a:latin typeface="Arial" charset="0"/>
                <a:ea typeface="Arial" charset="0"/>
                <a:cs typeface="Arial" charset="0"/>
              </a:rPr>
              <a:t>(sauf question relative à un paiement)</a:t>
            </a:r>
          </a:p>
        </p:txBody>
      </p:sp>
      <p:pic>
        <p:nvPicPr>
          <p:cNvPr id="24" name="Image 23">
            <a:extLst>
              <a:ext uri="{FF2B5EF4-FFF2-40B4-BE49-F238E27FC236}">
                <a16:creationId xmlns:a16="http://schemas.microsoft.com/office/drawing/2014/main" id="{B131A336-49EE-C700-F7DF-8E55062E814C}"/>
              </a:ext>
            </a:extLst>
          </p:cNvPr>
          <p:cNvPicPr>
            <a:picLocks noChangeAspect="1"/>
          </p:cNvPicPr>
          <p:nvPr/>
        </p:nvPicPr>
        <p:blipFill>
          <a:blip r:embed="rId12"/>
          <a:stretch>
            <a:fillRect/>
          </a:stretch>
        </p:blipFill>
        <p:spPr>
          <a:xfrm>
            <a:off x="3852494" y="5112875"/>
            <a:ext cx="778935" cy="715089"/>
          </a:xfrm>
          <a:prstGeom prst="rect">
            <a:avLst/>
          </a:prstGeom>
        </p:spPr>
      </p:pic>
    </p:spTree>
    <p:extLst>
      <p:ext uri="{BB962C8B-B14F-4D97-AF65-F5344CB8AC3E}">
        <p14:creationId xmlns:p14="http://schemas.microsoft.com/office/powerpoint/2010/main" val="13577025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Image 7" descr="Une image contenant texte, Police, logo, Graphique&#10;&#10;Description générée automatiquement">
            <a:extLst>
              <a:ext uri="{FF2B5EF4-FFF2-40B4-BE49-F238E27FC236}">
                <a16:creationId xmlns:a16="http://schemas.microsoft.com/office/drawing/2014/main" id="{ADE4959C-4AD5-52EB-6E4B-0C7509B031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2607886" cy="2607886"/>
          </a:xfrm>
          <a:prstGeom prst="rect">
            <a:avLst/>
          </a:prstGeom>
        </p:spPr>
      </p:pic>
      <p:pic>
        <p:nvPicPr>
          <p:cNvPr id="10" name="Image 9">
            <a:extLst>
              <a:ext uri="{FF2B5EF4-FFF2-40B4-BE49-F238E27FC236}">
                <a16:creationId xmlns:a16="http://schemas.microsoft.com/office/drawing/2014/main" id="{9B83853C-A791-37B8-7E75-93F1022DFBF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90179" y="6381328"/>
            <a:ext cx="4469810" cy="476672"/>
          </a:xfrm>
          <a:prstGeom prst="rect">
            <a:avLst/>
          </a:prstGeom>
        </p:spPr>
      </p:pic>
      <p:pic>
        <p:nvPicPr>
          <p:cNvPr id="6" name="Image 5">
            <a:extLst>
              <a:ext uri="{FF2B5EF4-FFF2-40B4-BE49-F238E27FC236}">
                <a16:creationId xmlns:a16="http://schemas.microsoft.com/office/drawing/2014/main" id="{1660DE4B-0B0E-0801-800A-1DA29A24FD43}"/>
              </a:ext>
            </a:extLst>
          </p:cNvPr>
          <p:cNvPicPr>
            <a:picLocks noChangeAspect="1"/>
          </p:cNvPicPr>
          <p:nvPr/>
        </p:nvPicPr>
        <p:blipFill>
          <a:blip r:embed="rId4"/>
          <a:stretch>
            <a:fillRect/>
          </a:stretch>
        </p:blipFill>
        <p:spPr>
          <a:xfrm>
            <a:off x="2397856" y="3226507"/>
            <a:ext cx="543001" cy="495369"/>
          </a:xfrm>
          <a:prstGeom prst="rect">
            <a:avLst/>
          </a:prstGeom>
        </p:spPr>
      </p:pic>
      <p:pic>
        <p:nvPicPr>
          <p:cNvPr id="7" name="Image 6">
            <a:extLst>
              <a:ext uri="{FF2B5EF4-FFF2-40B4-BE49-F238E27FC236}">
                <a16:creationId xmlns:a16="http://schemas.microsoft.com/office/drawing/2014/main" id="{9C5EFEFA-7AEB-7DAF-692F-02DA989F1DFA}"/>
              </a:ext>
            </a:extLst>
          </p:cNvPr>
          <p:cNvPicPr>
            <a:picLocks noChangeAspect="1"/>
          </p:cNvPicPr>
          <p:nvPr/>
        </p:nvPicPr>
        <p:blipFill>
          <a:blip r:embed="rId5"/>
          <a:stretch>
            <a:fillRect/>
          </a:stretch>
        </p:blipFill>
        <p:spPr>
          <a:xfrm>
            <a:off x="4511824" y="4437112"/>
            <a:ext cx="2520280" cy="1657386"/>
          </a:xfrm>
          <a:prstGeom prst="rect">
            <a:avLst/>
          </a:prstGeom>
        </p:spPr>
      </p:pic>
      <p:sp>
        <p:nvSpPr>
          <p:cNvPr id="9" name="Espace réservé du texte 8">
            <a:extLst>
              <a:ext uri="{FF2B5EF4-FFF2-40B4-BE49-F238E27FC236}">
                <a16:creationId xmlns:a16="http://schemas.microsoft.com/office/drawing/2014/main" id="{38D142BA-D89F-8ABD-321F-8450FD77D661}"/>
              </a:ext>
            </a:extLst>
          </p:cNvPr>
          <p:cNvSpPr>
            <a:spLocks noGrp="1"/>
          </p:cNvSpPr>
          <p:nvPr>
            <p:ph type="body" sz="quarter" idx="13"/>
          </p:nvPr>
        </p:nvSpPr>
        <p:spPr>
          <a:xfrm>
            <a:off x="983432" y="2708920"/>
            <a:ext cx="8280920" cy="1657386"/>
          </a:xfrm>
        </p:spPr>
        <p:txBody>
          <a:bodyPr/>
          <a:lstStyle/>
          <a:p>
            <a:r>
              <a:rPr lang="fr-FR" sz="2800" dirty="0">
                <a:ln>
                  <a:solidFill>
                    <a:schemeClr val="bg1"/>
                  </a:solidFill>
                </a:ln>
              </a:rPr>
              <a:t>L’équipe Chèque éco-énergie Normandie        est à votre disposition pour vous accompagner dans l’avancement de vos dossiers !</a:t>
            </a:r>
            <a:endParaRPr lang="fr-FR" sz="2800" dirty="0"/>
          </a:p>
        </p:txBody>
      </p:sp>
    </p:spTree>
    <p:extLst>
      <p:ext uri="{BB962C8B-B14F-4D97-AF65-F5344CB8AC3E}">
        <p14:creationId xmlns:p14="http://schemas.microsoft.com/office/powerpoint/2010/main" val="3003810880"/>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marL="0" marR="0" indent="0" algn="l" defTabSz="914400" rtl="0" eaLnBrk="1" fontAlgn="auto" latinLnBrk="0" hangingPunct="1">
          <a:lnSpc>
            <a:spcPct val="100000"/>
          </a:lnSpc>
          <a:spcBef>
            <a:spcPts val="0"/>
          </a:spcBef>
          <a:spcAft>
            <a:spcPts val="0"/>
          </a:spcAft>
          <a:buClrTx/>
          <a:buSzTx/>
          <a:buFontTx/>
          <a:buNone/>
          <a:tabLst/>
          <a:defRPr sz="1900" b="0" i="0" kern="1200" dirty="0">
            <a:solidFill>
              <a:schemeClr val="bg1">
                <a:lumMod val="50000"/>
              </a:schemeClr>
            </a:solidFill>
            <a:effectLst/>
            <a:latin typeface="Arial" charset="0"/>
            <a:ea typeface="Arial" charset="0"/>
            <a:cs typeface="Arial" charset="0"/>
          </a:defRPr>
        </a:defPPr>
      </a:lstStyle>
    </a:txDef>
  </a:objectDefaults>
  <a:extraClrSchemeLst/>
</a:theme>
</file>

<file path=ppt/theme/theme2.xml><?xml version="1.0" encoding="utf-8"?>
<a:theme xmlns:a="http://schemas.openxmlformats.org/drawingml/2006/main" name="Facette">
  <a:themeElements>
    <a:clrScheme name="Facette">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te">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te">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3.xml><?xml version="1.0" encoding="utf-8"?>
<a:theme xmlns:a="http://schemas.openxmlformats.org/drawingml/2006/main" name="Thème Office">
  <a:themeElements>
    <a:clrScheme name="Bureau">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Bureau">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4D4714DAE131F48876CFEB98469CACB" ma:contentTypeVersion="16" ma:contentTypeDescription="Crée un document." ma:contentTypeScope="" ma:versionID="77c7072bbe101342b2540bfaca869053">
  <xsd:schema xmlns:xsd="http://www.w3.org/2001/XMLSchema" xmlns:xs="http://www.w3.org/2001/XMLSchema" xmlns:p="http://schemas.microsoft.com/office/2006/metadata/properties" xmlns:ns2="e2d3e82e-1092-4e05-8af9-5d0ccdd7580e" xmlns:ns3="06d6a83b-c10d-49e1-a387-a81cee42db13" targetNamespace="http://schemas.microsoft.com/office/2006/metadata/properties" ma:root="true" ma:fieldsID="dc1de7b4f0d66e27870c183a02cd0422" ns2:_="" ns3:_="">
    <xsd:import namespace="e2d3e82e-1092-4e05-8af9-5d0ccdd7580e"/>
    <xsd:import namespace="06d6a83b-c10d-49e1-a387-a81cee42db13"/>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2:MediaServiceLocation"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2d3e82e-1092-4e05-8af9-5d0ccdd758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Balises d’images" ma:readOnly="false" ma:fieldId="{5cf76f15-5ced-4ddc-b409-7134ff3c332f}" ma:taxonomyMulti="true" ma:sspId="29b3d0e0-78a7-479d-a466-612b317c2268"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06d6a83b-c10d-49e1-a387-a81cee42db13" elementFormDefault="qualified">
    <xsd:import namespace="http://schemas.microsoft.com/office/2006/documentManagement/types"/>
    <xsd:import namespace="http://schemas.microsoft.com/office/infopath/2007/PartnerControls"/>
    <xsd:element name="SharedWithUsers" ma:index="17"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Partagé avec détails" ma:internalName="SharedWithDetails" ma:readOnly="true">
      <xsd:simpleType>
        <xsd:restriction base="dms:Note">
          <xsd:maxLength value="255"/>
        </xsd:restriction>
      </xsd:simpleType>
    </xsd:element>
    <xsd:element name="TaxCatchAll" ma:index="23" nillable="true" ma:displayName="Taxonomy Catch All Column" ma:hidden="true" ma:list="{667ef78b-1e2d-407c-ae9e-03f91f8dfaf1}" ma:internalName="TaxCatchAll" ma:showField="CatchAllData" ma:web="06d6a83b-c10d-49e1-a387-a81cee42db1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e2d3e82e-1092-4e05-8af9-5d0ccdd7580e">
      <Terms xmlns="http://schemas.microsoft.com/office/infopath/2007/PartnerControls"/>
    </lcf76f155ced4ddcb4097134ff3c332f>
    <TaxCatchAll xmlns="06d6a83b-c10d-49e1-a387-a81cee42db13" xsi:nil="true"/>
  </documentManagement>
</p:properties>
</file>

<file path=customXml/itemProps1.xml><?xml version="1.0" encoding="utf-8"?>
<ds:datastoreItem xmlns:ds="http://schemas.openxmlformats.org/officeDocument/2006/customXml" ds:itemID="{528A3862-4B5C-4CBC-B9EB-6E4DD9E07ACA}">
  <ds:schemaRefs>
    <ds:schemaRef ds:uri="http://schemas.microsoft.com/sharepoint/v3/contenttype/forms"/>
  </ds:schemaRefs>
</ds:datastoreItem>
</file>

<file path=customXml/itemProps2.xml><?xml version="1.0" encoding="utf-8"?>
<ds:datastoreItem xmlns:ds="http://schemas.openxmlformats.org/officeDocument/2006/customXml" ds:itemID="{84E8EA2B-7273-4F14-81FA-6D823527B3E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2d3e82e-1092-4e05-8af9-5d0ccdd7580e"/>
    <ds:schemaRef ds:uri="06d6a83b-c10d-49e1-a387-a81cee42db1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A3F6DB4-D1D5-49FF-B315-6CE5454244D4}">
  <ds:schemaRefs>
    <ds:schemaRef ds:uri="http://www.w3.org/XML/1998/namespace"/>
    <ds:schemaRef ds:uri="http://purl.org/dc/terms/"/>
    <ds:schemaRef ds:uri="http://schemas.microsoft.com/office/2006/documentManagement/types"/>
    <ds:schemaRef ds:uri="http://schemas.microsoft.com/office/2006/metadata/properties"/>
    <ds:schemaRef ds:uri="http://purl.org/dc/dcmitype/"/>
    <ds:schemaRef ds:uri="e2d3e82e-1092-4e05-8af9-5d0ccdd7580e"/>
    <ds:schemaRef ds:uri="http://purl.org/dc/elements/1.1/"/>
    <ds:schemaRef ds:uri="http://schemas.microsoft.com/office/infopath/2007/PartnerControls"/>
    <ds:schemaRef ds:uri="http://schemas.openxmlformats.org/package/2006/metadata/core-properties"/>
    <ds:schemaRef ds:uri="06d6a83b-c10d-49e1-a387-a81cee42db13"/>
  </ds:schemaRefs>
</ds:datastoreItem>
</file>

<file path=docProps/app.xml><?xml version="1.0" encoding="utf-8"?>
<Properties xmlns="http://schemas.openxmlformats.org/officeDocument/2006/extended-properties" xmlns:vt="http://schemas.openxmlformats.org/officeDocument/2006/docPropsVTypes">
  <TotalTime>13</TotalTime>
  <Words>2520</Words>
  <Application>Microsoft Office PowerPoint</Application>
  <PresentationFormat>Grand écran</PresentationFormat>
  <Paragraphs>287</Paragraphs>
  <Slides>29</Slides>
  <Notes>25</Notes>
  <HiddenSlides>0</HiddenSlides>
  <MMClips>0</MMClips>
  <ScaleCrop>false</ScaleCrop>
  <HeadingPairs>
    <vt:vector size="6" baseType="variant">
      <vt:variant>
        <vt:lpstr>Polices utilisées</vt:lpstr>
      </vt:variant>
      <vt:variant>
        <vt:i4>5</vt:i4>
      </vt:variant>
      <vt:variant>
        <vt:lpstr>Thème</vt:lpstr>
      </vt:variant>
      <vt:variant>
        <vt:i4>2</vt:i4>
      </vt:variant>
      <vt:variant>
        <vt:lpstr>Titres des diapositives</vt:lpstr>
      </vt:variant>
      <vt:variant>
        <vt:i4>29</vt:i4>
      </vt:variant>
    </vt:vector>
  </HeadingPairs>
  <TitlesOfParts>
    <vt:vector size="36" baseType="lpstr">
      <vt:lpstr>Arial</vt:lpstr>
      <vt:lpstr>Calibri</vt:lpstr>
      <vt:lpstr>Trebuchet MS</vt:lpstr>
      <vt:lpstr>Wingdings</vt:lpstr>
      <vt:lpstr>Wingdings 3</vt:lpstr>
      <vt:lpstr>Thème Office</vt:lpstr>
      <vt:lpstr>Facette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Pierre Bourseiller</dc:creator>
  <cp:lastModifiedBy>Nahed BENSALEM (EXT)</cp:lastModifiedBy>
  <cp:revision>590</cp:revision>
  <cp:lastPrinted>2024-10-02T13:32:32Z</cp:lastPrinted>
  <dcterms:created xsi:type="dcterms:W3CDTF">2013-11-07T15:26:23Z</dcterms:created>
  <dcterms:modified xsi:type="dcterms:W3CDTF">2025-05-22T14:19:52Z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0x01010004D4714DAE131F48876CFEB98469CACB</vt:lpwstr>
  </property>
  <property fmtid="{D5CDD505-2E9C-101B-9397-08002B2CF9AE}" pid="3" name="IsMyDocuments">
    <vt:bool>true</vt:bool>
  </property>
</Properties>
</file>