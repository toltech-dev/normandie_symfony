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4"/>
    <p:sldMasterId id="2147483704" r:id="rId5"/>
  </p:sldMasterIdLst>
  <p:notesMasterIdLst>
    <p:notesMasterId r:id="rId26"/>
  </p:notesMasterIdLst>
  <p:handoutMasterIdLst>
    <p:handoutMasterId r:id="rId27"/>
  </p:handoutMasterIdLst>
  <p:sldIdLst>
    <p:sldId id="371" r:id="rId6"/>
    <p:sldId id="372" r:id="rId7"/>
    <p:sldId id="309" r:id="rId8"/>
    <p:sldId id="373" r:id="rId9"/>
    <p:sldId id="374" r:id="rId10"/>
    <p:sldId id="379" r:id="rId11"/>
    <p:sldId id="380" r:id="rId12"/>
    <p:sldId id="381" r:id="rId13"/>
    <p:sldId id="382" r:id="rId14"/>
    <p:sldId id="287" r:id="rId15"/>
    <p:sldId id="291" r:id="rId16"/>
    <p:sldId id="383" r:id="rId17"/>
    <p:sldId id="384" r:id="rId18"/>
    <p:sldId id="385" r:id="rId19"/>
    <p:sldId id="375" r:id="rId20"/>
    <p:sldId id="386" r:id="rId21"/>
    <p:sldId id="298" r:id="rId22"/>
    <p:sldId id="387" r:id="rId23"/>
    <p:sldId id="388" r:id="rId24"/>
    <p:sldId id="376" r:id="rId25"/>
  </p:sldIdLst>
  <p:sldSz cx="12192000" cy="6858000"/>
  <p:notesSz cx="6799263" cy="9929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8B2649-E917-13C1-F5E6-08088010CD81}" name="Nahed BENSALEM (EXT)" initials="NB" userId="S::nahed.bensalem.ext@up.coop::769febe6-8524-4e11-a0ca-30120acf8374" providerId="AD"/>
  <p188:author id="{48306D76-E7FF-E91F-AD53-B38BF853FDC7}" name="DUJARDIN Aurelien" initials="AD" userId="S::aurelien.dujardin@normandie.fr::a320e352-8c7a-4a97-a819-19e20ed771f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00"/>
    <a:srgbClr val="19C3FF"/>
    <a:srgbClr val="FFFFFF"/>
    <a:srgbClr val="D0A172"/>
    <a:srgbClr val="C6E6A2"/>
    <a:srgbClr val="53D2FF"/>
    <a:srgbClr val="4C0000"/>
    <a:srgbClr val="996633"/>
    <a:srgbClr val="2F3130"/>
    <a:srgbClr val="7AB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851DF8-1085-48E7-9ECA-046E207DC8AB}" v="2" dt="2025-09-18T12:09:47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2060" autoAdjust="0"/>
  </p:normalViewPr>
  <p:slideViewPr>
    <p:cSldViewPr>
      <p:cViewPr varScale="1">
        <p:scale>
          <a:sx n="102" d="100"/>
          <a:sy n="102" d="100"/>
        </p:scale>
        <p:origin x="1098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108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8/10/relationships/authors" Target="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ed BENSALEM (EXT)" userId="769febe6-8524-4e11-a0ca-30120acf8374" providerId="ADAL" clId="{B5CB9652-F46C-4E00-BC87-1EB72E06DD89}"/>
    <pc:docChg chg="custSel modSld">
      <pc:chgData name="Nahed BENSALEM (EXT)" userId="769febe6-8524-4e11-a0ca-30120acf8374" providerId="ADAL" clId="{B5CB9652-F46C-4E00-BC87-1EB72E06DD89}" dt="2025-05-27T08:21:23.688" v="26" actId="14100"/>
      <pc:docMkLst>
        <pc:docMk/>
      </pc:docMkLst>
      <pc:sldChg chg="addSp delSp modSp mod">
        <pc:chgData name="Nahed BENSALEM (EXT)" userId="769febe6-8524-4e11-a0ca-30120acf8374" providerId="ADAL" clId="{B5CB9652-F46C-4E00-BC87-1EB72E06DD89}" dt="2025-05-27T08:21:23.688" v="26" actId="14100"/>
        <pc:sldMkLst>
          <pc:docMk/>
          <pc:sldMk cId="1658610351" sldId="287"/>
        </pc:sldMkLst>
      </pc:sldChg>
      <pc:sldChg chg="addSp delSp modSp mod">
        <pc:chgData name="Nahed BENSALEM (EXT)" userId="769febe6-8524-4e11-a0ca-30120acf8374" providerId="ADAL" clId="{B5CB9652-F46C-4E00-BC87-1EB72E06DD89}" dt="2025-05-27T08:18:34.207" v="9" actId="1076"/>
        <pc:sldMkLst>
          <pc:docMk/>
          <pc:sldMk cId="4050111850" sldId="380"/>
        </pc:sldMkLst>
      </pc:sldChg>
      <pc:sldChg chg="addSp delSp modSp mod">
        <pc:chgData name="Nahed BENSALEM (EXT)" userId="769febe6-8524-4e11-a0ca-30120acf8374" providerId="ADAL" clId="{B5CB9652-F46C-4E00-BC87-1EB72E06DD89}" dt="2025-05-27T08:19:07.559" v="14" actId="14100"/>
        <pc:sldMkLst>
          <pc:docMk/>
          <pc:sldMk cId="1187697464" sldId="381"/>
        </pc:sldMkLst>
      </pc:sldChg>
      <pc:sldChg chg="addSp delSp modSp mod">
        <pc:chgData name="Nahed BENSALEM (EXT)" userId="769febe6-8524-4e11-a0ca-30120acf8374" providerId="ADAL" clId="{B5CB9652-F46C-4E00-BC87-1EB72E06DD89}" dt="2025-05-27T08:19:25.785" v="18" actId="167"/>
        <pc:sldMkLst>
          <pc:docMk/>
          <pc:sldMk cId="3453005257" sldId="382"/>
        </pc:sldMkLst>
      </pc:sldChg>
    </pc:docChg>
  </pc:docChgLst>
  <pc:docChgLst>
    <pc:chgData name="Nahed BENSALEM (EXT)" userId="769febe6-8524-4e11-a0ca-30120acf8374" providerId="ADAL" clId="{4AB71C57-64D5-4873-9A57-8A787A8FD308}"/>
    <pc:docChg chg="undo custSel modSld">
      <pc:chgData name="Nahed BENSALEM (EXT)" userId="769febe6-8524-4e11-a0ca-30120acf8374" providerId="ADAL" clId="{4AB71C57-64D5-4873-9A57-8A787A8FD308}" dt="2025-09-18T12:11:08.519" v="42" actId="1076"/>
      <pc:docMkLst>
        <pc:docMk/>
      </pc:docMkLst>
      <pc:sldChg chg="addSp delSp modSp mod">
        <pc:chgData name="Nahed BENSALEM (EXT)" userId="769febe6-8524-4e11-a0ca-30120acf8374" providerId="ADAL" clId="{4AB71C57-64D5-4873-9A57-8A787A8FD308}" dt="2025-09-18T12:07:33.885" v="10" actId="14100"/>
        <pc:sldMkLst>
          <pc:docMk/>
          <pc:sldMk cId="3376602670" sldId="374"/>
        </pc:sldMkLst>
        <pc:picChg chg="add del mod">
          <ac:chgData name="Nahed BENSALEM (EXT)" userId="769febe6-8524-4e11-a0ca-30120acf8374" providerId="ADAL" clId="{4AB71C57-64D5-4873-9A57-8A787A8FD308}" dt="2025-09-18T12:06:35.034" v="3" actId="22"/>
          <ac:picMkLst>
            <pc:docMk/>
            <pc:sldMk cId="3376602670" sldId="374"/>
            <ac:picMk id="3" creationId="{B351E6A2-3F59-EE36-B427-461F0F66CBB5}"/>
          </ac:picMkLst>
        </pc:picChg>
        <pc:picChg chg="add mod">
          <ac:chgData name="Nahed BENSALEM (EXT)" userId="769febe6-8524-4e11-a0ca-30120acf8374" providerId="ADAL" clId="{4AB71C57-64D5-4873-9A57-8A787A8FD308}" dt="2025-09-18T12:07:33.885" v="10" actId="14100"/>
          <ac:picMkLst>
            <pc:docMk/>
            <pc:sldMk cId="3376602670" sldId="374"/>
            <ac:picMk id="5" creationId="{CBC8AF00-3A7D-D863-E8E7-95C98051B202}"/>
          </ac:picMkLst>
        </pc:picChg>
        <pc:picChg chg="del">
          <ac:chgData name="Nahed BENSALEM (EXT)" userId="769febe6-8524-4e11-a0ca-30120acf8374" providerId="ADAL" clId="{4AB71C57-64D5-4873-9A57-8A787A8FD308}" dt="2025-09-18T12:06:38.856" v="4" actId="478"/>
          <ac:picMkLst>
            <pc:docMk/>
            <pc:sldMk cId="3376602670" sldId="374"/>
            <ac:picMk id="8" creationId="{0498A328-4C7C-E758-9C96-CA49AF36B29C}"/>
          </ac:picMkLst>
        </pc:picChg>
        <pc:picChg chg="mod">
          <ac:chgData name="Nahed BENSALEM (EXT)" userId="769febe6-8524-4e11-a0ca-30120acf8374" providerId="ADAL" clId="{4AB71C57-64D5-4873-9A57-8A787A8FD308}" dt="2025-09-18T12:07:18.945" v="7" actId="170"/>
          <ac:picMkLst>
            <pc:docMk/>
            <pc:sldMk cId="3376602670" sldId="374"/>
            <ac:picMk id="1026" creationId="{00000000-0000-0000-0000-000000000000}"/>
          </ac:picMkLst>
        </pc:picChg>
      </pc:sldChg>
      <pc:sldChg chg="addSp delSp modSp mod">
        <pc:chgData name="Nahed BENSALEM (EXT)" userId="769febe6-8524-4e11-a0ca-30120acf8374" providerId="ADAL" clId="{4AB71C57-64D5-4873-9A57-8A787A8FD308}" dt="2025-09-18T12:09:14.024" v="26" actId="1076"/>
        <pc:sldMkLst>
          <pc:docMk/>
          <pc:sldMk cId="4062329538" sldId="379"/>
        </pc:sldMkLst>
        <pc:picChg chg="del">
          <ac:chgData name="Nahed BENSALEM (EXT)" userId="769febe6-8524-4e11-a0ca-30120acf8374" providerId="ADAL" clId="{4AB71C57-64D5-4873-9A57-8A787A8FD308}" dt="2025-09-18T12:07:55.021" v="11" actId="478"/>
          <ac:picMkLst>
            <pc:docMk/>
            <pc:sldMk cId="4062329538" sldId="379"/>
            <ac:picMk id="3" creationId="{268C2118-BDBA-F9E4-6B3D-CEEB4F678524}"/>
          </ac:picMkLst>
        </pc:picChg>
        <pc:picChg chg="add mod">
          <ac:chgData name="Nahed BENSALEM (EXT)" userId="769febe6-8524-4e11-a0ca-30120acf8374" providerId="ADAL" clId="{4AB71C57-64D5-4873-9A57-8A787A8FD308}" dt="2025-09-18T12:08:49.571" v="24" actId="1076"/>
          <ac:picMkLst>
            <pc:docMk/>
            <pc:sldMk cId="4062329538" sldId="379"/>
            <ac:picMk id="4" creationId="{7433D095-1D46-F1AD-D8D3-A10A03DAD381}"/>
          </ac:picMkLst>
        </pc:picChg>
        <pc:picChg chg="mod ord">
          <ac:chgData name="Nahed BENSALEM (EXT)" userId="769febe6-8524-4e11-a0ca-30120acf8374" providerId="ADAL" clId="{4AB71C57-64D5-4873-9A57-8A787A8FD308}" dt="2025-09-18T12:09:14.024" v="26" actId="1076"/>
          <ac:picMkLst>
            <pc:docMk/>
            <pc:sldMk cId="4062329538" sldId="379"/>
            <ac:picMk id="7" creationId="{88103454-FBD6-0AE9-4D60-3B2C77A14F0E}"/>
          </ac:picMkLst>
        </pc:picChg>
      </pc:sldChg>
      <pc:sldChg chg="addSp delSp modSp mod">
        <pc:chgData name="Nahed BENSALEM (EXT)" userId="769febe6-8524-4e11-a0ca-30120acf8374" providerId="ADAL" clId="{4AB71C57-64D5-4873-9A57-8A787A8FD308}" dt="2025-09-18T12:09:41.701" v="36" actId="1076"/>
        <pc:sldMkLst>
          <pc:docMk/>
          <pc:sldMk cId="3924283079" sldId="384"/>
        </pc:sldMkLst>
        <pc:picChg chg="del">
          <ac:chgData name="Nahed BENSALEM (EXT)" userId="769febe6-8524-4e11-a0ca-30120acf8374" providerId="ADAL" clId="{4AB71C57-64D5-4873-9A57-8A787A8FD308}" dt="2025-09-18T12:09:21.236" v="27" actId="478"/>
          <ac:picMkLst>
            <pc:docMk/>
            <pc:sldMk cId="3924283079" sldId="384"/>
            <ac:picMk id="2" creationId="{25AC1218-1AAA-9B39-1DBE-761D29957B21}"/>
          </ac:picMkLst>
        </pc:picChg>
        <pc:picChg chg="add mod">
          <ac:chgData name="Nahed BENSALEM (EXT)" userId="769febe6-8524-4e11-a0ca-30120acf8374" providerId="ADAL" clId="{4AB71C57-64D5-4873-9A57-8A787A8FD308}" dt="2025-09-18T12:09:37.216" v="35" actId="14100"/>
          <ac:picMkLst>
            <pc:docMk/>
            <pc:sldMk cId="3924283079" sldId="384"/>
            <ac:picMk id="4" creationId="{9043B6F6-E01A-085A-2E91-70D5282F97BC}"/>
          </ac:picMkLst>
        </pc:picChg>
        <pc:picChg chg="mod ord">
          <ac:chgData name="Nahed BENSALEM (EXT)" userId="769febe6-8524-4e11-a0ca-30120acf8374" providerId="ADAL" clId="{4AB71C57-64D5-4873-9A57-8A787A8FD308}" dt="2025-09-18T12:09:41.701" v="36" actId="1076"/>
          <ac:picMkLst>
            <pc:docMk/>
            <pc:sldMk cId="3924283079" sldId="384"/>
            <ac:picMk id="7" creationId="{88103454-FBD6-0AE9-4D60-3B2C77A14F0E}"/>
          </ac:picMkLst>
        </pc:picChg>
      </pc:sldChg>
      <pc:sldChg chg="addSp delSp modSp mod">
        <pc:chgData name="Nahed BENSALEM (EXT)" userId="769febe6-8524-4e11-a0ca-30120acf8374" providerId="ADAL" clId="{4AB71C57-64D5-4873-9A57-8A787A8FD308}" dt="2025-09-18T12:11:08.519" v="42" actId="1076"/>
        <pc:sldMkLst>
          <pc:docMk/>
          <pc:sldMk cId="489888636" sldId="386"/>
        </pc:sldMkLst>
        <pc:picChg chg="del">
          <ac:chgData name="Nahed BENSALEM (EXT)" userId="769febe6-8524-4e11-a0ca-30120acf8374" providerId="ADAL" clId="{4AB71C57-64D5-4873-9A57-8A787A8FD308}" dt="2025-09-18T12:09:49.802" v="38" actId="478"/>
          <ac:picMkLst>
            <pc:docMk/>
            <pc:sldMk cId="489888636" sldId="386"/>
            <ac:picMk id="2" creationId="{0E72FE5F-C94D-DFDF-9164-1CCBF4C7A868}"/>
          </ac:picMkLst>
        </pc:picChg>
        <pc:picChg chg="add mod">
          <ac:chgData name="Nahed BENSALEM (EXT)" userId="769febe6-8524-4e11-a0ca-30120acf8374" providerId="ADAL" clId="{4AB71C57-64D5-4873-9A57-8A787A8FD308}" dt="2025-09-18T12:11:08.519" v="42" actId="1076"/>
          <ac:picMkLst>
            <pc:docMk/>
            <pc:sldMk cId="489888636" sldId="386"/>
            <ac:picMk id="3" creationId="{D22993FC-3484-BF2B-587C-7D5E23313077}"/>
          </ac:picMkLst>
        </pc:picChg>
        <pc:picChg chg="ord">
          <ac:chgData name="Nahed BENSALEM (EXT)" userId="769febe6-8524-4e11-a0ca-30120acf8374" providerId="ADAL" clId="{4AB71C57-64D5-4873-9A57-8A787A8FD308}" dt="2025-09-18T12:09:58.331" v="41" actId="166"/>
          <ac:picMkLst>
            <pc:docMk/>
            <pc:sldMk cId="489888636" sldId="386"/>
            <ac:picMk id="7" creationId="{88103454-FBD6-0AE9-4D60-3B2C77A14F0E}"/>
          </ac:picMkLst>
        </pc:picChg>
      </pc:sldChg>
    </pc:docChg>
  </pc:docChgLst>
  <pc:docChgLst>
    <pc:chgData name="Nahed BENSALEM (EXT)" userId="769febe6-8524-4e11-a0ca-30120acf8374" providerId="ADAL" clId="{9D7EC0EC-DE84-4A94-AB99-C42A42F06D1D}"/>
    <pc:docChg chg="undo custSel modSld">
      <pc:chgData name="Nahed BENSALEM (EXT)" userId="769febe6-8524-4e11-a0ca-30120acf8374" providerId="ADAL" clId="{9D7EC0EC-DE84-4A94-AB99-C42A42F06D1D}" dt="2025-04-01T12:57:04.862" v="27" actId="14100"/>
      <pc:docMkLst>
        <pc:docMk/>
      </pc:docMkLst>
      <pc:sldChg chg="addSp delSp modSp mod">
        <pc:chgData name="Nahed BENSALEM (EXT)" userId="769febe6-8524-4e11-a0ca-30120acf8374" providerId="ADAL" clId="{9D7EC0EC-DE84-4A94-AB99-C42A42F06D1D}" dt="2025-04-01T12:57:04.862" v="27" actId="14100"/>
        <pc:sldMkLst>
          <pc:docMk/>
          <pc:sldMk cId="3457259167" sldId="3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D274C-55B3-4CF5-9BDA-90DF2022412B}" type="datetimeFigureOut">
              <a:rPr lang="fr-FR" smtClean="0"/>
              <a:t>18/09/2025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0A284-71A5-49F0-8881-A2DD9050280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2451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F426F-2FD5-824A-A6D8-04CD23A31B59}" type="datetimeFigureOut">
              <a:rPr lang="fr-FR" smtClean="0"/>
              <a:t>18/09/2025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3744C-FBDA-8243-ADF8-2D269A17E88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823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76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6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444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186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518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76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6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018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004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042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54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1781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400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353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76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6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5473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3039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645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476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68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830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43744C-FBDA-8243-ADF8-2D269A17E88C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8040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4777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43744C-FBDA-8243-ADF8-2D269A17E88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31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62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07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50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3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10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5205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75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833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69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4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7621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3662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417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8074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3325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7411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du texte 9"/>
          <p:cNvSpPr>
            <a:spLocks noGrp="1"/>
          </p:cNvSpPr>
          <p:nvPr>
            <p:ph type="body" sz="quarter" idx="13"/>
          </p:nvPr>
        </p:nvSpPr>
        <p:spPr>
          <a:xfrm>
            <a:off x="3530570" y="3104964"/>
            <a:ext cx="8491405" cy="648072"/>
          </a:xfrm>
        </p:spPr>
        <p:txBody>
          <a:bodyPr>
            <a:noAutofit/>
          </a:bodyPr>
          <a:lstStyle>
            <a:lvl1pPr marL="0" indent="0" algn="ctr">
              <a:buNone/>
              <a:defRPr sz="22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772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0" y="1588"/>
            <a:ext cx="8472488" cy="6856412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588"/>
            <a:ext cx="8472264" cy="68564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472264" y="2320"/>
            <a:ext cx="3719736" cy="68556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>
              <a:solidFill>
                <a:srgbClr val="2F3130"/>
              </a:solidFill>
            </a:endParaRPr>
          </a:p>
        </p:txBody>
      </p:sp>
      <p:sp>
        <p:nvSpPr>
          <p:cNvPr id="14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760296" y="764704"/>
            <a:ext cx="3155768" cy="1904012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5" hasCustomPrompt="1"/>
          </p:nvPr>
        </p:nvSpPr>
        <p:spPr>
          <a:xfrm>
            <a:off x="8760296" y="2996952"/>
            <a:ext cx="3155768" cy="2160240"/>
          </a:xfrm>
        </p:spPr>
        <p:txBody>
          <a:bodyPr>
            <a:normAutofit/>
          </a:bodyPr>
          <a:lstStyle>
            <a:lvl1pPr marL="0" indent="0" algn="l">
              <a:buNone/>
              <a:defRPr sz="1969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8902460" y="2780928"/>
            <a:ext cx="2909114" cy="54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26704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1127447" y="2924943"/>
            <a:ext cx="9289033" cy="272382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738"/>
              </a:spcBef>
              <a:buNone/>
              <a:defRPr sz="1900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13407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3537" y="2204865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613537" y="260648"/>
            <a:ext cx="6646496" cy="916465"/>
          </a:xfrm>
        </p:spPr>
        <p:txBody>
          <a:bodyPr anchor="b">
            <a:normAutofit/>
          </a:bodyPr>
          <a:lstStyle>
            <a:lvl1pPr marL="0" indent="0" algn="l">
              <a:buNone/>
              <a:defRPr sz="5416" b="0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Ispum</a:t>
            </a:r>
            <a:endParaRPr lang="fr-FR" dirty="0"/>
          </a:p>
        </p:txBody>
      </p:sp>
      <p:sp>
        <p:nvSpPr>
          <p:cNvPr id="13" name="Espace réservé du texte 10"/>
          <p:cNvSpPr>
            <a:spLocks noGrp="1"/>
          </p:cNvSpPr>
          <p:nvPr>
            <p:ph type="body" sz="quarter" idx="16" hasCustomPrompt="1"/>
          </p:nvPr>
        </p:nvSpPr>
        <p:spPr>
          <a:xfrm>
            <a:off x="613537" y="2204864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9834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6"/>
          </p:nvPr>
        </p:nvSpPr>
        <p:spPr>
          <a:xfrm>
            <a:off x="8133863" y="2204864"/>
            <a:ext cx="3456353" cy="338437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6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8007" y="318851"/>
            <a:ext cx="10722708" cy="733885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5" y="2205038"/>
            <a:ext cx="7266354" cy="3384202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044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36712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cxnSp>
        <p:nvCxnSpPr>
          <p:cNvPr id="15" name="Connecteur droit 14"/>
          <p:cNvCxnSpPr/>
          <p:nvPr userDrawn="1"/>
        </p:nvCxnSpPr>
        <p:spPr>
          <a:xfrm>
            <a:off x="3034738" y="3212976"/>
            <a:ext cx="612252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5520" y="3602088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954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7956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99270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quibusdamet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r>
              <a:rPr lang="fr-FR" dirty="0"/>
              <a:t>.</a:t>
            </a:r>
          </a:p>
        </p:txBody>
      </p: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4932" y="2852936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831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4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5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188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407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518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  <a:solidFill>
            <a:srgbClr val="F2F2F2"/>
          </a:solidFill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02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0" b="12537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27648" y="1523615"/>
            <a:ext cx="9264352" cy="3705585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>
              <a:solidFill>
                <a:srgbClr val="2F3130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927648" y="4365103"/>
            <a:ext cx="9264352" cy="853923"/>
          </a:xfrm>
          <a:prstGeom prst="rect">
            <a:avLst/>
          </a:prstGeom>
          <a:gradFill flip="none" rotWithShape="1">
            <a:gsLst>
              <a:gs pos="56000">
                <a:srgbClr val="FFFFFF"/>
              </a:gs>
              <a:gs pos="23000">
                <a:srgbClr val="FFFFFF">
                  <a:alpha val="50000"/>
                </a:srgbClr>
              </a:gs>
              <a:gs pos="0">
                <a:schemeClr val="bg1">
                  <a:alpha val="5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Espace réservé du texte 9"/>
          <p:cNvSpPr>
            <a:spLocks noGrp="1"/>
          </p:cNvSpPr>
          <p:nvPr>
            <p:ph type="body" sz="quarter" idx="13"/>
          </p:nvPr>
        </p:nvSpPr>
        <p:spPr>
          <a:xfrm>
            <a:off x="3503712" y="1916832"/>
            <a:ext cx="8491405" cy="648072"/>
          </a:xfrm>
        </p:spPr>
        <p:txBody>
          <a:bodyPr>
            <a:noAutofit/>
          </a:bodyPr>
          <a:lstStyle>
            <a:lvl1pPr marL="0" indent="0" algn="ctr">
              <a:buNone/>
              <a:defRPr sz="22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5"/>
          </p:nvPr>
        </p:nvSpPr>
        <p:spPr>
          <a:xfrm>
            <a:off x="3503713" y="2802613"/>
            <a:ext cx="8386914" cy="119227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2935812" y="4365103"/>
            <a:ext cx="925618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44" y="4432667"/>
            <a:ext cx="1440160" cy="72896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812" y="5394883"/>
            <a:ext cx="3644444" cy="6984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026" name="Picture 2" descr="logo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536" y="4589292"/>
            <a:ext cx="1683956" cy="4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58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1127447" y="2924943"/>
            <a:ext cx="9289033" cy="272382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738"/>
              </a:spcBef>
              <a:buNone/>
              <a:defRPr sz="1900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13407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3537" y="2204865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613537" y="260648"/>
            <a:ext cx="6646496" cy="916465"/>
          </a:xfrm>
        </p:spPr>
        <p:txBody>
          <a:bodyPr anchor="b">
            <a:normAutofit/>
          </a:bodyPr>
          <a:lstStyle>
            <a:lvl1pPr marL="0" indent="0" algn="l">
              <a:buNone/>
              <a:defRPr sz="5416" b="0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Ispum</a:t>
            </a:r>
            <a:endParaRPr lang="fr-FR" dirty="0"/>
          </a:p>
        </p:txBody>
      </p:sp>
      <p:sp>
        <p:nvSpPr>
          <p:cNvPr id="13" name="Espace réservé du texte 10"/>
          <p:cNvSpPr>
            <a:spLocks noGrp="1"/>
          </p:cNvSpPr>
          <p:nvPr>
            <p:ph type="body" sz="quarter" idx="16" hasCustomPrompt="1"/>
          </p:nvPr>
        </p:nvSpPr>
        <p:spPr>
          <a:xfrm>
            <a:off x="613537" y="2204864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702084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6"/>
          </p:nvPr>
        </p:nvSpPr>
        <p:spPr>
          <a:xfrm>
            <a:off x="8133863" y="2204864"/>
            <a:ext cx="3456353" cy="338437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6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8007" y="318851"/>
            <a:ext cx="10722708" cy="733885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5" y="2205038"/>
            <a:ext cx="7266354" cy="3384202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578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36712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cxnSp>
        <p:nvCxnSpPr>
          <p:cNvPr id="15" name="Connecteur droit 14"/>
          <p:cNvCxnSpPr/>
          <p:nvPr userDrawn="1"/>
        </p:nvCxnSpPr>
        <p:spPr>
          <a:xfrm>
            <a:off x="3034738" y="3212976"/>
            <a:ext cx="612252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5520" y="3602088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954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700460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99270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quibusdamet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r>
              <a:rPr lang="fr-FR" dirty="0"/>
              <a:t>.</a:t>
            </a:r>
          </a:p>
        </p:txBody>
      </p: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4932" y="2852936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831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4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5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9960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0" y="1588"/>
            <a:ext cx="8472488" cy="6856412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588"/>
            <a:ext cx="8472264" cy="68564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472264" y="2320"/>
            <a:ext cx="3719736" cy="68556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>
              <a:solidFill>
                <a:srgbClr val="2F3130"/>
              </a:solidFill>
            </a:endParaRPr>
          </a:p>
        </p:txBody>
      </p:sp>
      <p:sp>
        <p:nvSpPr>
          <p:cNvPr id="14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760296" y="764704"/>
            <a:ext cx="3155768" cy="1904012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5" hasCustomPrompt="1"/>
          </p:nvPr>
        </p:nvSpPr>
        <p:spPr>
          <a:xfrm>
            <a:off x="8760296" y="2996952"/>
            <a:ext cx="3155768" cy="2160240"/>
          </a:xfrm>
        </p:spPr>
        <p:txBody>
          <a:bodyPr>
            <a:normAutofit/>
          </a:bodyPr>
          <a:lstStyle>
            <a:lvl1pPr marL="0" indent="0" algn="l">
              <a:buNone/>
              <a:defRPr sz="1969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8902460" y="2780928"/>
            <a:ext cx="2909114" cy="54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2464" y="6109647"/>
            <a:ext cx="1440160" cy="728969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282760"/>
      </p:ext>
    </p:extLst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26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3520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  <a:solidFill>
            <a:srgbClr val="F2F2F2"/>
          </a:solidFill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2079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age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10"/>
          <p:cNvPicPr>
            <a:picLocks noChangeAspect="1"/>
          </p:cNvPicPr>
          <p:nvPr userDrawn="1"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6" t="41609"/>
          <a:stretch/>
        </p:blipFill>
        <p:spPr>
          <a:xfrm flipH="1">
            <a:off x="0" y="-27384"/>
            <a:ext cx="12144672" cy="6878576"/>
          </a:xfrm>
          <a:prstGeom prst="rect">
            <a:avLst/>
          </a:prstGeom>
        </p:spPr>
      </p:pic>
      <p:sp>
        <p:nvSpPr>
          <p:cNvPr id="2" name="Arrondir un rectangle avec un coin diagonal 1"/>
          <p:cNvSpPr/>
          <p:nvPr userDrawn="1"/>
        </p:nvSpPr>
        <p:spPr>
          <a:xfrm>
            <a:off x="0" y="-27384"/>
            <a:ext cx="12192000" cy="5976664"/>
          </a:xfrm>
          <a:prstGeom prst="round2Diag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bg1"/>
              </a:gs>
              <a:gs pos="4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41288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0" b="12537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2927648" y="1523615"/>
            <a:ext cx="9264352" cy="3705585"/>
          </a:xfrm>
          <a:prstGeom prst="rect">
            <a:avLst/>
          </a:prstGeom>
          <a:solidFill>
            <a:srgbClr val="FFFFFF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>
              <a:solidFill>
                <a:srgbClr val="2F3130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2927648" y="4365103"/>
            <a:ext cx="9264352" cy="853923"/>
          </a:xfrm>
          <a:prstGeom prst="rect">
            <a:avLst/>
          </a:prstGeom>
          <a:gradFill flip="none" rotWithShape="1">
            <a:gsLst>
              <a:gs pos="56000">
                <a:srgbClr val="FFFFFF"/>
              </a:gs>
              <a:gs pos="23000">
                <a:srgbClr val="FFFFFF">
                  <a:alpha val="50000"/>
                </a:srgbClr>
              </a:gs>
              <a:gs pos="0">
                <a:schemeClr val="bg1">
                  <a:alpha val="50000"/>
                </a:scheme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Espace réservé du texte 9"/>
          <p:cNvSpPr>
            <a:spLocks noGrp="1"/>
          </p:cNvSpPr>
          <p:nvPr>
            <p:ph type="body" sz="quarter" idx="13"/>
          </p:nvPr>
        </p:nvSpPr>
        <p:spPr>
          <a:xfrm>
            <a:off x="3503712" y="1916832"/>
            <a:ext cx="8491405" cy="648072"/>
          </a:xfrm>
        </p:spPr>
        <p:txBody>
          <a:bodyPr>
            <a:noAutofit/>
          </a:bodyPr>
          <a:lstStyle>
            <a:lvl1pPr marL="0" indent="0" algn="ctr">
              <a:buNone/>
              <a:defRPr sz="22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5"/>
          </p:nvPr>
        </p:nvSpPr>
        <p:spPr>
          <a:xfrm>
            <a:off x="3503713" y="2802613"/>
            <a:ext cx="8386914" cy="119227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2935812" y="4365103"/>
            <a:ext cx="925618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812" y="5394883"/>
            <a:ext cx="3644444" cy="6984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026" name="Picture 2" descr="logo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8536" y="4589292"/>
            <a:ext cx="1683956" cy="4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8979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1127447" y="2924943"/>
            <a:ext cx="9289033" cy="272382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738"/>
              </a:spcBef>
              <a:buNone/>
              <a:defRPr sz="1900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2192000" cy="13407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4" hasCustomPrompt="1"/>
          </p:nvPr>
        </p:nvSpPr>
        <p:spPr>
          <a:xfrm>
            <a:off x="613537" y="2204865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16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613537" y="260648"/>
            <a:ext cx="6646496" cy="916465"/>
          </a:xfrm>
        </p:spPr>
        <p:txBody>
          <a:bodyPr anchor="b">
            <a:normAutofit/>
          </a:bodyPr>
          <a:lstStyle>
            <a:lvl1pPr marL="0" indent="0" algn="l">
              <a:buNone/>
              <a:defRPr sz="5416" b="0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Ispum</a:t>
            </a:r>
            <a:endParaRPr lang="fr-FR" dirty="0"/>
          </a:p>
        </p:txBody>
      </p:sp>
      <p:sp>
        <p:nvSpPr>
          <p:cNvPr id="13" name="Espace réservé du texte 10"/>
          <p:cNvSpPr>
            <a:spLocks noGrp="1"/>
          </p:cNvSpPr>
          <p:nvPr>
            <p:ph type="body" sz="quarter" idx="16" hasCustomPrompt="1"/>
          </p:nvPr>
        </p:nvSpPr>
        <p:spPr>
          <a:xfrm>
            <a:off x="613537" y="2204864"/>
            <a:ext cx="11214146" cy="504055"/>
          </a:xfrm>
        </p:spPr>
        <p:txBody>
          <a:bodyPr>
            <a:normAutofit/>
          </a:bodyPr>
          <a:lstStyle>
            <a:lvl1pPr marL="422041" marR="0" indent="-422041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1477"/>
              </a:spcAft>
              <a:buClr>
                <a:srgbClr val="F59100"/>
              </a:buClr>
              <a:buSzTx/>
              <a:buFont typeface="Arial" panose="020B0604020202020204" pitchFamily="34" charset="0"/>
              <a:buChar char="•"/>
              <a:tabLst>
                <a:tab pos="10046928" algn="l"/>
              </a:tabLst>
              <a:defRPr sz="2215" b="1" baseline="0">
                <a:solidFill>
                  <a:srgbClr val="2F31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/>
              <a:t>Partie 1	05</a:t>
            </a:r>
          </a:p>
          <a:p>
            <a:pPr lvl="0"/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ZoneTexte 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943835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6"/>
          </p:nvPr>
        </p:nvSpPr>
        <p:spPr>
          <a:xfrm>
            <a:off x="8133863" y="2204864"/>
            <a:ext cx="3456353" cy="3384376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26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8007" y="318851"/>
            <a:ext cx="10722708" cy="733885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5" y="2205038"/>
            <a:ext cx="7266354" cy="3384202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9906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36712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cxnSp>
        <p:nvCxnSpPr>
          <p:cNvPr id="15" name="Connecteur droit 14"/>
          <p:cNvCxnSpPr/>
          <p:nvPr userDrawn="1"/>
        </p:nvCxnSpPr>
        <p:spPr>
          <a:xfrm>
            <a:off x="3034738" y="3212976"/>
            <a:ext cx="6122527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5520" y="3602088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954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500366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67508" y="899270"/>
            <a:ext cx="10456985" cy="1593626"/>
          </a:xfrm>
        </p:spPr>
        <p:txBody>
          <a:bodyPr anchor="b">
            <a:normAutofit/>
          </a:bodyPr>
          <a:lstStyle>
            <a:lvl1pPr marL="0" indent="0" algn="ctr">
              <a:buNone/>
              <a:defRPr sz="4923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quibusdamet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r>
              <a:rPr lang="fr-FR" dirty="0"/>
              <a:t>.</a:t>
            </a:r>
          </a:p>
        </p:txBody>
      </p:sp>
      <p:sp>
        <p:nvSpPr>
          <p:cNvPr id="20" name="Espace réservé du texte 9"/>
          <p:cNvSpPr>
            <a:spLocks noGrp="1"/>
          </p:cNvSpPr>
          <p:nvPr>
            <p:ph type="body" sz="quarter" idx="15" hasCustomPrompt="1"/>
          </p:nvPr>
        </p:nvSpPr>
        <p:spPr>
          <a:xfrm>
            <a:off x="1774932" y="2852936"/>
            <a:ext cx="8642135" cy="1915144"/>
          </a:xfrm>
        </p:spPr>
        <p:txBody>
          <a:bodyPr anchor="t">
            <a:normAutofit/>
          </a:bodyPr>
          <a:lstStyle>
            <a:lvl1pPr marL="0" indent="0" algn="ctr">
              <a:lnSpc>
                <a:spcPts val="4062"/>
              </a:lnSpc>
              <a:spcBef>
                <a:spcPts val="738"/>
              </a:spcBef>
              <a:buNone/>
              <a:defRPr sz="2831" b="0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Dolorem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quia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r>
              <a:rPr lang="fr-FR" dirty="0"/>
              <a:t> </a:t>
            </a:r>
            <a:r>
              <a:rPr lang="fr-FR" dirty="0" err="1"/>
              <a:t>modi</a:t>
            </a:r>
            <a:r>
              <a:rPr lang="fr-FR" dirty="0"/>
              <a:t> </a:t>
            </a:r>
            <a:r>
              <a:rPr lang="fr-FR" dirty="0" err="1"/>
              <a:t>tempora</a:t>
            </a:r>
            <a:r>
              <a:rPr lang="fr-FR" dirty="0"/>
              <a:t> </a:t>
            </a:r>
            <a:r>
              <a:rPr lang="fr-FR" dirty="0" err="1"/>
              <a:t>incidunt</a:t>
            </a:r>
            <a:r>
              <a:rPr lang="fr-FR" dirty="0"/>
              <a:t> ut </a:t>
            </a:r>
            <a:r>
              <a:rPr lang="fr-FR" dirty="0" err="1"/>
              <a:t>labore</a:t>
            </a:r>
            <a:r>
              <a:rPr lang="fr-FR" dirty="0"/>
              <a:t> et </a:t>
            </a:r>
            <a:r>
              <a:rPr lang="fr-FR" dirty="0" err="1"/>
              <a:t>dolore</a:t>
            </a:r>
            <a:r>
              <a:rPr lang="fr-FR" dirty="0"/>
              <a:t> </a:t>
            </a:r>
            <a:r>
              <a:rPr lang="fr-FR" dirty="0" err="1"/>
              <a:t>magnam</a:t>
            </a:r>
            <a:r>
              <a:rPr lang="fr-FR" dirty="0"/>
              <a:t> </a:t>
            </a:r>
            <a:r>
              <a:rPr lang="fr-FR" dirty="0" err="1"/>
              <a:t>aliquam</a:t>
            </a:r>
            <a:r>
              <a:rPr lang="fr-FR" dirty="0"/>
              <a:t> </a:t>
            </a:r>
            <a:r>
              <a:rPr lang="fr-FR" dirty="0" err="1"/>
              <a:t>quaerat</a:t>
            </a:r>
            <a:r>
              <a:rPr lang="fr-FR" dirty="0"/>
              <a:t> </a:t>
            </a:r>
            <a:r>
              <a:rPr lang="fr-FR" dirty="0" err="1"/>
              <a:t>voluptatem</a:t>
            </a:r>
            <a:r>
              <a:rPr lang="fr-FR" dirty="0"/>
              <a:t>. </a:t>
            </a:r>
          </a:p>
        </p:txBody>
      </p:sp>
      <p:sp>
        <p:nvSpPr>
          <p:cNvPr id="4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5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5820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0" y="1588"/>
            <a:ext cx="8472488" cy="6856412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1588"/>
            <a:ext cx="8472264" cy="685641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 userDrawn="1"/>
        </p:nvSpPr>
        <p:spPr>
          <a:xfrm>
            <a:off x="8472264" y="2320"/>
            <a:ext cx="3719736" cy="685567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>
              <a:solidFill>
                <a:srgbClr val="2F3130"/>
              </a:solidFill>
            </a:endParaRPr>
          </a:p>
        </p:txBody>
      </p:sp>
      <p:sp>
        <p:nvSpPr>
          <p:cNvPr id="14" name="Espace réservé du texte 9"/>
          <p:cNvSpPr>
            <a:spLocks noGrp="1"/>
          </p:cNvSpPr>
          <p:nvPr>
            <p:ph type="body" sz="quarter" idx="13" hasCustomPrompt="1"/>
          </p:nvPr>
        </p:nvSpPr>
        <p:spPr>
          <a:xfrm>
            <a:off x="8760296" y="764704"/>
            <a:ext cx="3155768" cy="1904012"/>
          </a:xfrm>
        </p:spPr>
        <p:txBody>
          <a:bodyPr anchor="b">
            <a:noAutofit/>
          </a:bodyPr>
          <a:lstStyle>
            <a:lvl1pPr marL="0" indent="0" algn="l">
              <a:buNone/>
              <a:defRPr sz="2400" b="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Temporibus</a:t>
            </a:r>
            <a:r>
              <a:rPr lang="fr-FR" dirty="0"/>
              <a:t> </a:t>
            </a:r>
            <a:r>
              <a:rPr lang="fr-FR" dirty="0" err="1"/>
              <a:t>autem</a:t>
            </a:r>
            <a:r>
              <a:rPr lang="fr-FR" dirty="0"/>
              <a:t> </a:t>
            </a:r>
            <a:r>
              <a:rPr lang="fr-FR" dirty="0" err="1"/>
              <a:t>quibusdam</a:t>
            </a:r>
            <a:br>
              <a:rPr lang="fr-FR" dirty="0"/>
            </a:br>
            <a:r>
              <a:rPr lang="fr-FR" dirty="0"/>
              <a:t>et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officiis</a:t>
            </a:r>
            <a:r>
              <a:rPr lang="fr-FR" dirty="0"/>
              <a:t> </a:t>
            </a:r>
            <a:r>
              <a:rPr lang="fr-FR" dirty="0" err="1"/>
              <a:t>debitis</a:t>
            </a:r>
            <a:endParaRPr lang="fr-FR" dirty="0"/>
          </a:p>
        </p:txBody>
      </p:sp>
      <p:sp>
        <p:nvSpPr>
          <p:cNvPr id="18" name="Espace réservé du texte 16"/>
          <p:cNvSpPr>
            <a:spLocks noGrp="1"/>
          </p:cNvSpPr>
          <p:nvPr>
            <p:ph type="body" sz="quarter" idx="15" hasCustomPrompt="1"/>
          </p:nvPr>
        </p:nvSpPr>
        <p:spPr>
          <a:xfrm>
            <a:off x="8760296" y="2996952"/>
            <a:ext cx="3155768" cy="2160240"/>
          </a:xfrm>
        </p:spPr>
        <p:txBody>
          <a:bodyPr>
            <a:normAutofit/>
          </a:bodyPr>
          <a:lstStyle>
            <a:lvl1pPr marL="0" indent="0" algn="l">
              <a:buNone/>
              <a:defRPr sz="1969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Consectetur</a:t>
            </a:r>
            <a:r>
              <a:rPr lang="fr-FR" dirty="0"/>
              <a:t>, </a:t>
            </a:r>
            <a:r>
              <a:rPr lang="fr-FR" dirty="0" err="1"/>
              <a:t>adipisci</a:t>
            </a:r>
            <a:r>
              <a:rPr lang="fr-FR" dirty="0"/>
              <a:t> </a:t>
            </a:r>
            <a:r>
              <a:rPr lang="fr-FR" dirty="0" err="1"/>
              <a:t>velit</a:t>
            </a:r>
            <a:r>
              <a:rPr lang="fr-FR" dirty="0"/>
              <a:t>, </a:t>
            </a:r>
            <a:r>
              <a:rPr lang="fr-FR" dirty="0" err="1"/>
              <a:t>sed</a:t>
            </a:r>
            <a:r>
              <a:rPr lang="fr-FR" dirty="0"/>
              <a:t> quia non </a:t>
            </a:r>
            <a:r>
              <a:rPr lang="fr-FR" dirty="0" err="1"/>
              <a:t>numquam</a:t>
            </a:r>
            <a:r>
              <a:rPr lang="fr-FR" dirty="0"/>
              <a:t> </a:t>
            </a:r>
            <a:r>
              <a:rPr lang="fr-FR" dirty="0" err="1"/>
              <a:t>eius</a:t>
            </a:r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 flipV="1">
            <a:off x="8902460" y="2780928"/>
            <a:ext cx="2909114" cy="5404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473784"/>
      </p:ext>
    </p:extLst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2F31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5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4908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solidFill>
              <a:srgbClr val="F5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8307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ge Marque/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 userDrawn="1"/>
        </p:nvSpPr>
        <p:spPr>
          <a:xfrm>
            <a:off x="8789" y="0"/>
            <a:ext cx="12192000" cy="19168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 dirty="0"/>
          </a:p>
        </p:txBody>
      </p:sp>
      <p:sp>
        <p:nvSpPr>
          <p:cNvPr id="28" name="Espace réservé du texte 9"/>
          <p:cNvSpPr>
            <a:spLocks noGrp="1"/>
          </p:cNvSpPr>
          <p:nvPr>
            <p:ph type="body" sz="quarter" idx="17" hasCustomPrompt="1"/>
          </p:nvPr>
        </p:nvSpPr>
        <p:spPr>
          <a:xfrm>
            <a:off x="601784" y="332656"/>
            <a:ext cx="10722708" cy="1224136"/>
          </a:xfrm>
        </p:spPr>
        <p:txBody>
          <a:bodyPr anchor="b">
            <a:noAutofit/>
          </a:bodyPr>
          <a:lstStyle>
            <a:lvl1pPr marL="0" indent="0" algn="l">
              <a:buNone/>
              <a:defRPr sz="4431" baseline="0">
                <a:solidFill>
                  <a:srgbClr val="F591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</a:p>
        </p:txBody>
      </p:sp>
      <p:grpSp>
        <p:nvGrpSpPr>
          <p:cNvPr id="6" name="Groupe 5"/>
          <p:cNvGrpSpPr/>
          <p:nvPr userDrawn="1"/>
        </p:nvGrpSpPr>
        <p:grpSpPr>
          <a:xfrm>
            <a:off x="8472264" y="2276872"/>
            <a:ext cx="3463768" cy="3456384"/>
            <a:chOff x="5748810" y="2276872"/>
            <a:chExt cx="3949216" cy="3096344"/>
          </a:xfrm>
          <a:solidFill>
            <a:srgbClr val="F2F2F2"/>
          </a:solidFill>
        </p:grpSpPr>
        <p:sp>
          <p:nvSpPr>
            <p:cNvPr id="3" name="Rectangle 2"/>
            <p:cNvSpPr/>
            <p:nvPr userDrawn="1"/>
          </p:nvSpPr>
          <p:spPr>
            <a:xfrm>
              <a:off x="6033120" y="2276872"/>
              <a:ext cx="3664906" cy="30963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  <p:sp>
          <p:nvSpPr>
            <p:cNvPr id="5" name="Triangle isocèle 4"/>
            <p:cNvSpPr/>
            <p:nvPr userDrawn="1"/>
          </p:nvSpPr>
          <p:spPr>
            <a:xfrm rot="16200000" flipH="1">
              <a:off x="5745535" y="2496172"/>
              <a:ext cx="506884" cy="500334"/>
            </a:xfrm>
            <a:custGeom>
              <a:avLst/>
              <a:gdLst>
                <a:gd name="connsiteX0" fmla="*/ 0 w 288032"/>
                <a:gd name="connsiteY0" fmla="*/ 288032 h 288032"/>
                <a:gd name="connsiteX1" fmla="*/ 144016 w 288032"/>
                <a:gd name="connsiteY1" fmla="*/ 0 h 288032"/>
                <a:gd name="connsiteX2" fmla="*/ 288032 w 288032"/>
                <a:gd name="connsiteY2" fmla="*/ 288032 h 288032"/>
                <a:gd name="connsiteX3" fmla="*/ 0 w 288032"/>
                <a:gd name="connsiteY3" fmla="*/ 288032 h 288032"/>
                <a:gd name="connsiteX0" fmla="*/ 0 w 147538"/>
                <a:gd name="connsiteY0" fmla="*/ 285651 h 288032"/>
                <a:gd name="connsiteX1" fmla="*/ 3522 w 147538"/>
                <a:gd name="connsiteY1" fmla="*/ 0 h 288032"/>
                <a:gd name="connsiteX2" fmla="*/ 147538 w 147538"/>
                <a:gd name="connsiteY2" fmla="*/ 288032 h 288032"/>
                <a:gd name="connsiteX3" fmla="*/ 0 w 147538"/>
                <a:gd name="connsiteY3" fmla="*/ 285651 h 288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538" h="288032">
                  <a:moveTo>
                    <a:pt x="0" y="285651"/>
                  </a:moveTo>
                  <a:lnTo>
                    <a:pt x="3522" y="0"/>
                  </a:lnTo>
                  <a:lnTo>
                    <a:pt x="147538" y="288032"/>
                  </a:lnTo>
                  <a:lnTo>
                    <a:pt x="0" y="28565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215" dirty="0"/>
            </a:p>
          </p:txBody>
        </p:sp>
      </p:grpSp>
      <p:sp>
        <p:nvSpPr>
          <p:cNvPr id="13" name="Espace réservé du texte 12"/>
          <p:cNvSpPr>
            <a:spLocks noGrp="1"/>
          </p:cNvSpPr>
          <p:nvPr>
            <p:ph type="body" sz="quarter" idx="15" hasCustomPrompt="1"/>
          </p:nvPr>
        </p:nvSpPr>
        <p:spPr>
          <a:xfrm>
            <a:off x="9022800" y="2672819"/>
            <a:ext cx="2801528" cy="281114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tabLst>
                <a:tab pos="216883" algn="l"/>
                <a:tab pos="9269278" algn="l"/>
              </a:tabLst>
              <a:defRPr lang="fr-FR" sz="1723" b="0" i="0" kern="120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62722" indent="0">
              <a:buNone/>
              <a:defRPr sz="2215"/>
            </a:lvl2pPr>
            <a:lvl3pPr marL="1125444" indent="0">
              <a:buNone/>
              <a:defRPr sz="1969"/>
            </a:lvl3pPr>
            <a:lvl4pPr marL="1688165" indent="0">
              <a:buNone/>
              <a:defRPr sz="1723"/>
            </a:lvl4pPr>
            <a:lvl5pPr marL="2250887" indent="0">
              <a:buNone/>
              <a:defRPr sz="1723"/>
            </a:lvl5pPr>
          </a:lstStyle>
          <a:p>
            <a:pPr lvl="0"/>
            <a:r>
              <a:rPr lang="fr-FR" dirty="0"/>
              <a:t>Et </a:t>
            </a:r>
            <a:r>
              <a:rPr lang="fr-FR" dirty="0" err="1"/>
              <a:t>harum</a:t>
            </a:r>
            <a:r>
              <a:rPr lang="fr-FR" dirty="0"/>
              <a:t> </a:t>
            </a:r>
            <a:r>
              <a:rPr lang="fr-FR" dirty="0" err="1"/>
              <a:t>quidem</a:t>
            </a:r>
            <a:r>
              <a:rPr lang="fr-FR" dirty="0"/>
              <a:t> </a:t>
            </a:r>
            <a:r>
              <a:rPr lang="fr-FR" dirty="0" err="1"/>
              <a:t>rerum</a:t>
            </a:r>
            <a:r>
              <a:rPr lang="fr-FR" dirty="0"/>
              <a:t> </a:t>
            </a:r>
            <a:r>
              <a:rPr lang="fr-FR" dirty="0" err="1"/>
              <a:t>facilis</a:t>
            </a:r>
            <a:r>
              <a:rPr lang="fr-FR" dirty="0"/>
              <a:t> est et </a:t>
            </a:r>
            <a:r>
              <a:rPr lang="fr-FR" dirty="0" err="1"/>
              <a:t>expedita</a:t>
            </a:r>
            <a:r>
              <a:rPr lang="fr-FR" dirty="0"/>
              <a:t> </a:t>
            </a:r>
            <a:r>
              <a:rPr lang="fr-FR" dirty="0" err="1"/>
              <a:t>distinctio</a:t>
            </a:r>
            <a:r>
              <a:rPr lang="fr-FR" dirty="0"/>
              <a:t>. </a:t>
            </a:r>
          </a:p>
          <a:p>
            <a:pPr lvl="0"/>
            <a:endParaRPr lang="fr-FR" dirty="0"/>
          </a:p>
          <a:p>
            <a:pPr lvl="0"/>
            <a:r>
              <a:rPr lang="fr-FR" dirty="0"/>
              <a:t>Nam libero </a:t>
            </a:r>
            <a:r>
              <a:rPr lang="fr-FR" dirty="0" err="1"/>
              <a:t>tempore</a:t>
            </a:r>
            <a:r>
              <a:rPr lang="fr-FR" dirty="0"/>
              <a:t>, cum </a:t>
            </a:r>
            <a:r>
              <a:rPr lang="fr-FR" dirty="0" err="1"/>
              <a:t>soluta</a:t>
            </a:r>
            <a:r>
              <a:rPr lang="fr-FR" dirty="0"/>
              <a:t> </a:t>
            </a:r>
            <a:r>
              <a:rPr lang="fr-FR" dirty="0" err="1"/>
              <a:t>nobis</a:t>
            </a:r>
            <a:r>
              <a:rPr lang="fr-FR" dirty="0"/>
              <a:t> est </a:t>
            </a:r>
            <a:r>
              <a:rPr lang="fr-FR" dirty="0" err="1"/>
              <a:t>eligendi</a:t>
            </a:r>
            <a:r>
              <a:rPr lang="fr-FR" dirty="0"/>
              <a:t> </a:t>
            </a:r>
            <a:r>
              <a:rPr lang="fr-FR" dirty="0" err="1"/>
              <a:t>optio</a:t>
            </a:r>
            <a:r>
              <a:rPr lang="fr-FR" dirty="0"/>
              <a:t> </a:t>
            </a:r>
            <a:r>
              <a:rPr lang="fr-FR" dirty="0" err="1"/>
              <a:t>cumque</a:t>
            </a:r>
            <a:r>
              <a:rPr lang="fr-FR" dirty="0"/>
              <a:t> nihil </a:t>
            </a:r>
            <a:r>
              <a:rPr lang="fr-FR" dirty="0" err="1"/>
              <a:t>impedit</a:t>
            </a:r>
            <a:r>
              <a:rPr lang="fr-FR" dirty="0"/>
              <a:t> quo minus id quod maxime </a:t>
            </a:r>
            <a:r>
              <a:rPr lang="fr-FR" dirty="0" err="1"/>
              <a:t>placeat</a:t>
            </a:r>
            <a:r>
              <a:rPr lang="fr-FR" dirty="0"/>
              <a:t> </a:t>
            </a:r>
            <a:r>
              <a:rPr lang="fr-FR" dirty="0" err="1"/>
              <a:t>facere</a:t>
            </a:r>
            <a:endParaRPr lang="fr-FR" dirty="0"/>
          </a:p>
        </p:txBody>
      </p:sp>
      <p:sp>
        <p:nvSpPr>
          <p:cNvPr id="26" name="Espace réservé du texte 6"/>
          <p:cNvSpPr>
            <a:spLocks noGrp="1"/>
          </p:cNvSpPr>
          <p:nvPr>
            <p:ph type="body" sz="quarter" idx="19" hasCustomPrompt="1"/>
          </p:nvPr>
        </p:nvSpPr>
        <p:spPr>
          <a:xfrm>
            <a:off x="601784" y="2276872"/>
            <a:ext cx="6470009" cy="3456384"/>
          </a:xfrm>
        </p:spPr>
        <p:txBody>
          <a:bodyPr/>
          <a:lstStyle>
            <a:lvl1pPr marL="0" indent="0">
              <a:buNone/>
              <a:defRPr lang="fr-FR" sz="2215" b="1" i="0" kern="1200" baseline="0" dirty="0" smtClean="0">
                <a:solidFill>
                  <a:srgbClr val="2F3130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>
              <a:buNone/>
              <a:defRPr lang="fr-FR" sz="1723" b="0" i="0" kern="1200" baseline="0" dirty="0" smtClean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</a:lstStyle>
          <a:p>
            <a:pPr marL="0" lvl="0" indent="0" algn="just" defTabSz="1125444" rtl="0" eaLnBrk="1" latinLnBrk="0" hangingPunct="1">
              <a:spcBef>
                <a:spcPct val="20000"/>
              </a:spcBef>
              <a:buClr>
                <a:srgbClr val="FFC000"/>
              </a:buClr>
              <a:buFont typeface="Arial" panose="020B0604020202020204" pitchFamily="34" charset="0"/>
              <a:buNone/>
              <a:tabLst>
                <a:tab pos="9269278" algn="l"/>
              </a:tabLst>
            </a:pPr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1159496" y="6262929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OBJET DE LA PRESENTATION – XX/XX/XXXX</a:t>
            </a:r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1156620" y="6475714"/>
            <a:ext cx="4176713" cy="241001"/>
          </a:xfrm>
        </p:spPr>
        <p:txBody>
          <a:bodyPr>
            <a:noAutofit/>
          </a:bodyPr>
          <a:lstStyle>
            <a:lvl1pPr marL="0" indent="0">
              <a:buNone/>
              <a:defRPr sz="1000" b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fr-FR" dirty="0"/>
              <a:t>Mention spéciales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479376" y="6262930"/>
            <a:ext cx="504056" cy="4537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43372" y="6320546"/>
            <a:ext cx="5760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C00337EC-70DC-4EB2-AB21-5CBC0065E6DE}" type="slidenum">
              <a:rPr lang="fr-FR" sz="1600" b="1" i="0" kern="1200" smtClean="0">
                <a:solidFill>
                  <a:schemeClr val="bg1">
                    <a:lumMod val="50000"/>
                  </a:schemeClr>
                </a:solidFill>
                <a:effectLst/>
                <a:latin typeface="Arial" charset="0"/>
                <a:ea typeface="Arial" charset="0"/>
                <a:cs typeface="Arial" charset="0"/>
              </a:rPr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‹N°›</a:t>
            </a:fld>
            <a:endParaRPr lang="fr-FR" sz="700" b="1" i="0" kern="1200" dirty="0">
              <a:solidFill>
                <a:schemeClr val="bg1">
                  <a:lumMod val="50000"/>
                </a:schemeClr>
              </a:solidFill>
              <a:effectLst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5302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age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pour une image  10"/>
          <p:cNvPicPr>
            <a:picLocks noChangeAspect="1"/>
          </p:cNvPicPr>
          <p:nvPr userDrawn="1"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16" t="41609"/>
          <a:stretch/>
        </p:blipFill>
        <p:spPr>
          <a:xfrm flipH="1">
            <a:off x="0" y="-27384"/>
            <a:ext cx="12144672" cy="6878576"/>
          </a:xfrm>
          <a:prstGeom prst="rect">
            <a:avLst/>
          </a:prstGeom>
        </p:spPr>
      </p:pic>
      <p:sp>
        <p:nvSpPr>
          <p:cNvPr id="2" name="Arrondir un rectangle avec un coin diagonal 1"/>
          <p:cNvSpPr/>
          <p:nvPr userDrawn="1"/>
        </p:nvSpPr>
        <p:spPr>
          <a:xfrm>
            <a:off x="0" y="-27384"/>
            <a:ext cx="12192000" cy="5976664"/>
          </a:xfrm>
          <a:prstGeom prst="round2Diag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bg1"/>
              </a:gs>
              <a:gs pos="4000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787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0E5CBB-C446-43BF-B1AE-C638FD40887C}" type="datetimeFigureOut">
              <a:rPr lang="fr-FR" smtClean="0"/>
              <a:t>18/09/2025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36B64FB-969B-4D41-BEFD-FCAF01727EE7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C35E32-D63F-6D1B-7AC6-1449B9E7A175}"/>
              </a:ext>
            </a:extLst>
          </p:cNvPr>
          <p:cNvSpPr/>
          <p:nvPr userDrawn="1"/>
        </p:nvSpPr>
        <p:spPr>
          <a:xfrm>
            <a:off x="0" y="6093296"/>
            <a:ext cx="12192000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0A83C56-F62D-09CB-1C1A-A1C09C793485}"/>
              </a:ext>
            </a:extLst>
          </p:cNvPr>
          <p:cNvCxnSpPr/>
          <p:nvPr userDrawn="1"/>
        </p:nvCxnSpPr>
        <p:spPr>
          <a:xfrm>
            <a:off x="0" y="609329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708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677" r:id="rId26"/>
    <p:sldLayoutId id="2147483650" r:id="rId27"/>
    <p:sldLayoutId id="2147483664" r:id="rId28"/>
    <p:sldLayoutId id="2147483651" r:id="rId29"/>
    <p:sldLayoutId id="2147483666" r:id="rId30"/>
    <p:sldLayoutId id="2147483676" r:id="rId31"/>
    <p:sldLayoutId id="2147483652" r:id="rId32"/>
    <p:sldLayoutId id="2147483672" r:id="rId33"/>
    <p:sldLayoutId id="2147483675" r:id="rId34"/>
    <p:sldLayoutId id="2147483668" r:id="rId3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093296"/>
            <a:ext cx="12192000" cy="764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3989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0" y="6093296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01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txStyles>
    <p:titleStyle>
      <a:lvl1pPr algn="ctr" defTabSz="1125444" rtl="0" eaLnBrk="1" latinLnBrk="0" hangingPunct="1">
        <a:spcBef>
          <a:spcPct val="0"/>
        </a:spcBef>
        <a:buNone/>
        <a:defRPr sz="4923" b="1" kern="1200">
          <a:solidFill>
            <a:srgbClr val="2F313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22041" indent="-42204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3939" kern="1200">
          <a:solidFill>
            <a:srgbClr val="2F313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23" indent="-351701" algn="l" defTabSz="1125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3446" kern="1200">
          <a:solidFill>
            <a:srgbClr val="2F313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406804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954" kern="1200">
          <a:solidFill>
            <a:srgbClr val="2F313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969526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62" kern="1200">
          <a:solidFill>
            <a:srgbClr val="2F313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532248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»"/>
        <a:defRPr sz="2462" kern="1200">
          <a:solidFill>
            <a:srgbClr val="2F313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1.gif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1.gif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1.gif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9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0.png"/><Relationship Id="rId5" Type="http://schemas.openxmlformats.org/officeDocument/2006/relationships/image" Target="../media/image43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hyperlink" Target="https://cheque-eco-energie.normandie.fr/Boite-outils" TargetMode="External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12" Type="http://schemas.openxmlformats.org/officeDocument/2006/relationships/hyperlink" Target="https://cheque-eco-energie.normandie.fr/sites/default/files/contents/professionnels_conventionnes/CdC_Candidature_Audit_energetique_Region_Normandie_02_2024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50.png"/><Relationship Id="rId1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mailto:alexandra.benard@normandie.fr" TargetMode="External"/><Relationship Id="rId3" Type="http://schemas.openxmlformats.org/officeDocument/2006/relationships/image" Target="../media/image9.png"/><Relationship Id="rId7" Type="http://schemas.openxmlformats.org/officeDocument/2006/relationships/hyperlink" Target="mailto:aurelien.dujardin@normandie.fr" TargetMode="External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Relationship Id="rId6" Type="http://schemas.openxmlformats.org/officeDocument/2006/relationships/hyperlink" Target="mailto:aurelie.cognard@normandie.fr" TargetMode="External"/><Relationship Id="rId11" Type="http://schemas.openxmlformats.org/officeDocument/2006/relationships/image" Target="../media/image26.png"/><Relationship Id="rId5" Type="http://schemas.openxmlformats.org/officeDocument/2006/relationships/hyperlink" Target="mailto:fanny.calvez@normandie.fr" TargetMode="External"/><Relationship Id="rId10" Type="http://schemas.openxmlformats.org/officeDocument/2006/relationships/hyperlink" Target="mailto:charlotte.bel@pouget-consultants.fr" TargetMode="External"/><Relationship Id="rId4" Type="http://schemas.openxmlformats.org/officeDocument/2006/relationships/hyperlink" Target="mailto:anne-gaelle.caro@normandie.fr" TargetMode="External"/><Relationship Id="rId9" Type="http://schemas.openxmlformats.org/officeDocument/2006/relationships/hyperlink" Target="mailto:eric.zimolong@laposte.ne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>
          <a:xfrm>
            <a:off x="1850297" y="2198488"/>
            <a:ext cx="8491405" cy="648072"/>
          </a:xfrm>
        </p:spPr>
        <p:txBody>
          <a:bodyPr/>
          <a:lstStyle/>
          <a:p>
            <a:r>
              <a:rPr lang="fr-FR" sz="5400" dirty="0">
                <a:ln>
                  <a:solidFill>
                    <a:schemeClr val="bg1"/>
                  </a:solidFill>
                </a:ln>
              </a:rPr>
              <a:t>GUIDE UTILISATEUR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4294967295"/>
          </p:nvPr>
        </p:nvSpPr>
        <p:spPr>
          <a:xfrm>
            <a:off x="3838575" y="3008313"/>
            <a:ext cx="8353425" cy="2844800"/>
          </a:xfrm>
        </p:spPr>
        <p:txBody>
          <a:bodyPr>
            <a:noAutofit/>
          </a:bodyPr>
          <a:lstStyle/>
          <a:p>
            <a:r>
              <a:rPr lang="fr-FR" sz="3200" b="1" dirty="0">
                <a:ln w="3175">
                  <a:noFill/>
                </a:ln>
                <a:solidFill>
                  <a:schemeClr val="tx1"/>
                </a:solidFill>
              </a:rPr>
              <a:t>Plateforme de gestion du dispositif</a:t>
            </a:r>
          </a:p>
          <a:p>
            <a:pPr marL="0" indent="0">
              <a:buNone/>
            </a:pPr>
            <a:r>
              <a:rPr lang="fr-FR" sz="3200" b="1" dirty="0">
                <a:ln w="3175">
                  <a:noFill/>
                </a:ln>
                <a:solidFill>
                  <a:schemeClr val="tx1"/>
                </a:solidFill>
              </a:rPr>
              <a:t>     Chèque éco-énergie Normandie </a:t>
            </a:r>
          </a:p>
          <a:p>
            <a:endParaRPr lang="fr-FR" sz="700" dirty="0">
              <a:solidFill>
                <a:schemeClr val="tx1"/>
              </a:solidFill>
            </a:endParaRPr>
          </a:p>
          <a:p>
            <a:endParaRPr lang="fr-FR" sz="700" dirty="0">
              <a:solidFill>
                <a:schemeClr val="tx1"/>
              </a:solidFill>
            </a:endParaRPr>
          </a:p>
          <a:p>
            <a:pPr algn="ctr"/>
            <a:r>
              <a:rPr kumimoji="0" lang="fr-FR" sz="4000" b="1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srgbClr val="F591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Profil Auditeur </a:t>
            </a:r>
            <a:endParaRPr lang="fr-FR" sz="4000" b="1" dirty="0">
              <a:ln>
                <a:solidFill>
                  <a:prstClr val="white"/>
                </a:solidFill>
              </a:ln>
              <a:solidFill>
                <a:srgbClr val="F59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fr-FR" sz="4000" b="1" dirty="0">
              <a:ln>
                <a:solidFill>
                  <a:prstClr val="white"/>
                </a:solidFill>
              </a:ln>
              <a:solidFill>
                <a:srgbClr val="F591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9A5A0F2-9EDB-D138-048B-7629A3D27A31}"/>
              </a:ext>
            </a:extLst>
          </p:cNvPr>
          <p:cNvSpPr txBox="1">
            <a:spLocks/>
          </p:cNvSpPr>
          <p:nvPr/>
        </p:nvSpPr>
        <p:spPr>
          <a:xfrm>
            <a:off x="-384720" y="6309320"/>
            <a:ext cx="2952328" cy="3208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23" indent="-35170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446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406804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54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69526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62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532248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62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94970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solidFill>
                    <a:prstClr val="white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Juillet 2025</a:t>
            </a:r>
          </a:p>
        </p:txBody>
      </p:sp>
      <p:pic>
        <p:nvPicPr>
          <p:cNvPr id="8" name="Image 7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ADE4959C-4AD5-52EB-6E4B-0C7509B03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6" y="15635"/>
            <a:ext cx="2607886" cy="26078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B83853C-A791-37B8-7E75-93F1022DF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79" y="6381328"/>
            <a:ext cx="4469810" cy="47667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60DE4B-0B0E-0801-800A-1DA29A24F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631" y="3050958"/>
            <a:ext cx="543001" cy="5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5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/>
          <p:cNvSpPr>
            <a:spLocks noGrp="1"/>
          </p:cNvSpPr>
          <p:nvPr>
            <p:ph type="body" sz="quarter" idx="4294967295"/>
          </p:nvPr>
        </p:nvSpPr>
        <p:spPr>
          <a:xfrm>
            <a:off x="2351584" y="1772816"/>
            <a:ext cx="8162850" cy="43924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Etape 1 : </a:t>
            </a:r>
            <a:r>
              <a:rPr lang="fr-FR" sz="2000" dirty="0">
                <a:solidFill>
                  <a:srgbClr val="92D050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Connexion 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                             -  3</a:t>
            </a:r>
          </a:p>
          <a:p>
            <a:pPr marL="0" indent="0">
              <a:buNone/>
            </a:pP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1" indent="0">
              <a:buNone/>
            </a:pP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Etape 2 : </a:t>
            </a:r>
            <a:r>
              <a:rPr lang="fr-FR" sz="2000" u="sng" dirty="0">
                <a:solidFill>
                  <a:srgbClr val="92D050"/>
                </a:solidFill>
              </a:rPr>
              <a:t>Consultation des dossiers 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                                 -  6</a:t>
            </a:r>
          </a:p>
          <a:p>
            <a:pPr marL="0" lvl="1" indent="0">
              <a:buNone/>
            </a:pP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1" indent="0">
              <a:buNone/>
            </a:pP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Etape 3 : </a:t>
            </a:r>
            <a:r>
              <a:rPr lang="fr-FR" sz="2000" u="sng" dirty="0">
                <a:solidFill>
                  <a:srgbClr val="92D050"/>
                </a:solidFill>
                <a:highlight>
                  <a:srgbClr val="FFFFFF"/>
                </a:highlight>
              </a:rPr>
              <a:t>Instruction technique 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                             - 13</a:t>
            </a:r>
          </a:p>
          <a:p>
            <a:pPr marL="0" lvl="1" indent="0">
              <a:buNone/>
            </a:pPr>
            <a:endParaRPr lang="fr-FR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1" indent="0">
              <a:buNone/>
            </a:pP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Etape 4 : </a:t>
            </a:r>
            <a:r>
              <a:rPr lang="fr-FR" sz="2000" u="sng" dirty="0">
                <a:solidFill>
                  <a:srgbClr val="92D050"/>
                </a:solidFill>
              </a:rPr>
              <a:t>Remboursement des aides</a:t>
            </a:r>
            <a:r>
              <a:rPr lang="fr-FR" sz="2000" dirty="0">
                <a:solidFill>
                  <a:srgbClr val="92D050"/>
                </a:solidFill>
              </a:rPr>
              <a:t>                                          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- 16 </a:t>
            </a:r>
            <a:endParaRPr lang="fr-FR" sz="2000" dirty="0">
              <a:solidFill>
                <a:srgbClr val="92D050"/>
              </a:solidFill>
            </a:endParaRPr>
          </a:p>
          <a:p>
            <a:pPr marL="0" lvl="1" indent="0">
              <a:buNone/>
            </a:pPr>
            <a:r>
              <a:rPr lang="fr-FR" sz="2000" dirty="0">
                <a:solidFill>
                  <a:srgbClr val="92D050"/>
                </a:solidFill>
              </a:rPr>
              <a:t>	- pour Chèque Audit                                                    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- 17</a:t>
            </a:r>
          </a:p>
          <a:p>
            <a:pPr marL="0" lvl="1" indent="0">
              <a:buNone/>
            </a:pPr>
            <a:r>
              <a:rPr lang="fr-FR" sz="2000" dirty="0">
                <a:solidFill>
                  <a:srgbClr val="92D050"/>
                </a:solidFill>
              </a:rPr>
              <a:t>	- pour Chèque Travaux                                               </a:t>
            </a:r>
            <a:r>
              <a:rPr lang="fr-F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- 18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512303" marR="0" lvl="3" indent="-45720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000" b="0" i="0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055103" marR="0" lvl="3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fr-FR" sz="2000" dirty="0">
              <a:solidFill>
                <a:srgbClr val="92D050"/>
              </a:solidFill>
            </a:endParaRPr>
          </a:p>
          <a:p>
            <a:pPr marL="1055103" marR="0" lvl="3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fr-FR" sz="2000" dirty="0">
                <a:solidFill>
                  <a:srgbClr val="92D050"/>
                </a:solidFill>
              </a:rPr>
              <a:t>Contacts utiles                                                             </a:t>
            </a:r>
            <a:r>
              <a:rPr kumimoji="0" lang="fr-FR" sz="2000" b="0" i="0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lang="fr-FR" sz="2000" dirty="0">
                <a:solidFill>
                  <a:prstClr val="black">
                    <a:lumMod val="50000"/>
                    <a:lumOff val="50000"/>
                  </a:prstClr>
                </a:solidFill>
              </a:rPr>
              <a:t>19</a:t>
            </a:r>
            <a:r>
              <a:rPr kumimoji="0" lang="fr-FR" sz="2000" b="0" i="0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endParaRPr lang="fr-FR" sz="2000" dirty="0">
              <a:solidFill>
                <a:prstClr val="black">
                  <a:lumMod val="50000"/>
                  <a:lumOff val="50000"/>
                </a:prstClr>
              </a:solidFill>
            </a:endParaRPr>
          </a:p>
          <a:p>
            <a:pPr marL="0" marR="0" lvl="3" indent="0" algn="l" defTabSz="11223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>
                <a:tab pos="895350" algn="l"/>
                <a:tab pos="1431925" algn="l"/>
                <a:tab pos="1792288" algn="l"/>
                <a:tab pos="1976438" algn="l"/>
              </a:tabLst>
              <a:defRPr/>
            </a:pPr>
            <a:r>
              <a:rPr lang="fr-FR" sz="2000" dirty="0">
                <a:solidFill>
                  <a:prstClr val="black">
                    <a:lumMod val="50000"/>
                    <a:lumOff val="50000"/>
                  </a:prstClr>
                </a:solidFill>
              </a:rPr>
              <a:t>		</a:t>
            </a:r>
          </a:p>
          <a:p>
            <a:pPr marL="1055103" marR="0" lvl="3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fr-FR" sz="1800" b="0" i="0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space réservé du texte 1"/>
          <p:cNvSpPr txBox="1">
            <a:spLocks/>
          </p:cNvSpPr>
          <p:nvPr/>
        </p:nvSpPr>
        <p:spPr>
          <a:xfrm>
            <a:off x="1925075" y="476672"/>
            <a:ext cx="9931565" cy="864096"/>
          </a:xfrm>
          <a:prstGeom prst="rect">
            <a:avLst/>
          </a:prstGeom>
        </p:spPr>
        <p:txBody>
          <a:bodyPr/>
          <a:lstStyle>
            <a:lvl1pPr marL="422041" indent="-42204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939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423" indent="-35170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446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406804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954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69526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62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532248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62" kern="1200">
                <a:solidFill>
                  <a:srgbClr val="2F313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94970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91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20413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3135" indent="-281361" algn="l" defTabSz="112544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5400" b="1" i="0" u="none" strike="noStrike" kern="1200" cap="none" spc="0" normalizeH="0" baseline="0" noProof="0">
                <a:ln>
                  <a:solidFill>
                    <a:prstClr val="white"/>
                  </a:solidFill>
                </a:ln>
                <a:solidFill>
                  <a:srgbClr val="F591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SOMMAIRE</a:t>
            </a:r>
            <a:endParaRPr kumimoji="0" lang="fr-FR" sz="5400" b="1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srgbClr val="F591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marR="0" lvl="0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F591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Etape 1 :</a:t>
            </a:r>
          </a:p>
          <a:p>
            <a:pPr marL="0" marR="0" lvl="0" indent="0" algn="l" defTabSz="112544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rgbClr val="F591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Connexion 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5"/>
            <a:ext cx="3155768" cy="3270177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Sur la page d’accueil du site :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Je clique en haut de la page, sur le bouton </a:t>
            </a:r>
            <a:br>
              <a:rPr lang="fr-FR" sz="1000" b="1" dirty="0"/>
            </a:br>
            <a:r>
              <a:rPr lang="fr-FR" sz="1000" b="1" dirty="0"/>
              <a:t>« Connexion partenaire ».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171328" y="5517232"/>
            <a:ext cx="8100000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50" normalizeH="0" baseline="0" noProof="0" dirty="0">
                <a:ln w="0"/>
                <a:solidFill>
                  <a:srgbClr val="F5910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uLnTx/>
                <a:uFillTx/>
                <a:latin typeface="Calibri"/>
                <a:ea typeface="+mn-ea"/>
                <a:cs typeface="+mn-cs"/>
              </a:rPr>
              <a:t>https://cheque-eco-energie.normandie.fr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CF42FE2-50BC-7885-7FA1-868DE9909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6" y="1066640"/>
            <a:ext cx="8386424" cy="4167626"/>
          </a:xfrm>
          <a:prstGeom prst="rect">
            <a:avLst/>
          </a:prstGeom>
        </p:spPr>
      </p:pic>
      <p:pic>
        <p:nvPicPr>
          <p:cNvPr id="3" name="Picture 2" descr="http://www.cameleonproprete.com/files/fi5c-76pih5wq5ior-junzx.gif">
            <a:extLst>
              <a:ext uri="{FF2B5EF4-FFF2-40B4-BE49-F238E27FC236}">
                <a16:creationId xmlns:a16="http://schemas.microsoft.com/office/drawing/2014/main" id="{20083DB0-5A15-6C6E-30E7-EAEC0B947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28151" flipH="1" flipV="1">
            <a:off x="5916000" y="2850686"/>
            <a:ext cx="360000" cy="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25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1 :</a:t>
            </a:r>
          </a:p>
          <a:p>
            <a:r>
              <a:rPr lang="fr-FR" sz="2000" dirty="0"/>
              <a:t>Connexion 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5"/>
            <a:ext cx="3155768" cy="32403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Je me connecte en saisissant:</a:t>
            </a:r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/>
              <a:t>le login transmis préalablement par mail </a:t>
            </a:r>
            <a:r>
              <a:rPr lang="fr-FR" sz="1000" dirty="0"/>
              <a:t>(commençant par A et suivi de 5 chiffres) </a:t>
            </a:r>
            <a:r>
              <a:rPr lang="fr-FR" sz="1000" b="1" dirty="0"/>
              <a:t>au moment de la création de mon compte par la Région</a:t>
            </a:r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/>
              <a:t>mon mot de passe renseigné au moment de mon inscription.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ABA8601-42CE-F6A0-C97F-DEC4FC0C75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17" y="1203651"/>
            <a:ext cx="8102286" cy="486503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FB2C68D-A6AB-1EB1-B3DE-68C32B441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4989" y="2967135"/>
            <a:ext cx="426757" cy="39017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455584F-7F40-630F-9CA9-4D3E102304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696" y="4392226"/>
            <a:ext cx="426757" cy="39017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79C2BA8-A0B7-43FD-3062-4C7F295A30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947" y="4462270"/>
            <a:ext cx="944962" cy="64026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B55498A-7A2F-A52D-1F00-704B17DF1C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4241" y="4733632"/>
            <a:ext cx="865707" cy="4877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67E83B5-7D7B-43B5-34FD-0356078B0E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0098" y="4263793"/>
            <a:ext cx="359695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1 :</a:t>
            </a:r>
          </a:p>
          <a:p>
            <a:r>
              <a:rPr lang="fr-FR" sz="2000" dirty="0"/>
              <a:t>Connexion 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5"/>
            <a:ext cx="3155768" cy="32403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Une fois connecté, j’accède à la page contenant la liste de mes dossiers.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Le menu me permet d’accéder aux rubriques suivantes :</a:t>
            </a:r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Consultation des dossiers</a:t>
            </a:r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Instruction technique</a:t>
            </a:r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Remboursements des aides</a:t>
            </a:r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Besoin d’aide ? </a:t>
            </a:r>
            <a:r>
              <a:rPr lang="fr-FR" sz="1000" dirty="0"/>
              <a:t>(correspondant à ce guide utilisateur)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BC8AF00-3A7D-D863-E8E7-95C98051B2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6" y="429178"/>
            <a:ext cx="8208912" cy="5664118"/>
          </a:xfrm>
          <a:prstGeom prst="rect">
            <a:avLst/>
          </a:prstGeom>
        </p:spPr>
      </p:pic>
      <p:pic>
        <p:nvPicPr>
          <p:cNvPr id="1026" name="Picture 2" descr="http://www.cameleonproprete.com/files/fi5c-76pih5wq5ior-junzx.gif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7722" flipV="1">
            <a:off x="2830672" y="481984"/>
            <a:ext cx="646244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60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 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433D095-1D46-F1AD-D8D3-A10A03DAD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0" y="260648"/>
            <a:ext cx="6318704" cy="567097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8103454-FBD6-0AE9-4D60-3B2C77A14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544" y="1661668"/>
            <a:ext cx="426757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2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66B3FA2-8538-BA8A-938D-259831B34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820"/>
            <a:ext cx="8472264" cy="5029460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u="sng" dirty="0"/>
              <a:t>Cette rubrique contient l’ensemble des dossiers de ma structure, de la création de la demande d’aide jusqu’à son remboursement.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Elle fournit toutes les informations liées à un dossier et offre la possibilité de filtrer les demandes.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La colonne « Thématique » contient les types de demande d’aide des bénéficiaires. Il s’agit  de </a:t>
            </a:r>
            <a:r>
              <a:rPr lang="fr-FR" sz="1000" b="1" dirty="0">
                <a:solidFill>
                  <a:srgbClr val="0070C0"/>
                </a:solidFill>
              </a:rPr>
              <a:t>liens cliquables </a:t>
            </a:r>
            <a:r>
              <a:rPr lang="fr-FR" sz="1000" b="1" dirty="0"/>
              <a:t>qui permettent de consulter chaque dossier.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A031F39-58A4-6564-4023-304BC9AA1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5034110"/>
            <a:ext cx="426757" cy="39017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B6C288E-4BC8-C652-E900-773013450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564624">
            <a:off x="309867" y="1458595"/>
            <a:ext cx="957661" cy="98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1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E677464-3F75-A590-9076-8A8C712E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9820"/>
            <a:ext cx="8328248" cy="5018360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36070"/>
            <a:ext cx="3155768" cy="392193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La colonne « Action » permet :</a:t>
            </a:r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/>
              <a:t>    d’effacer les filtres appliqués sur les différents paramètres saisis</a:t>
            </a:r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/>
              <a:t>     d’exporter les demandes </a:t>
            </a:r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/>
              <a:t>     d’accéder à l’historique du dossier </a:t>
            </a:r>
            <a:r>
              <a:rPr lang="fr-FR" sz="1000" dirty="0"/>
              <a:t>(recense l’ensemble des actions réalisées par les différents acteurs du dossier)</a:t>
            </a:r>
          </a:p>
          <a:p>
            <a:pPr marL="171450" indent="-171450" algn="just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fr-FR" sz="1000" b="1" dirty="0"/>
              <a:t>     d’ajouter ou d’envoyer un commentaire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fr-FR" sz="900" i="1" dirty="0"/>
              <a:t>Attention à bien cocher le ou les destinataires du commentaire :</a:t>
            </a:r>
          </a:p>
          <a:p>
            <a:pPr marL="171450" indent="-171450" algn="just"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fr-FR" sz="900" i="1" u="sng" dirty="0"/>
              <a:t>Prestataire Instruction </a:t>
            </a:r>
            <a:r>
              <a:rPr lang="fr-FR" sz="900" i="1" dirty="0"/>
              <a:t>: pour toute remarque de nature administrative</a:t>
            </a:r>
          </a:p>
          <a:p>
            <a:pPr marL="171450" indent="-171450" algn="just"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fr-FR" sz="900" i="1" u="sng" dirty="0"/>
              <a:t>Région Instruction :</a:t>
            </a:r>
            <a:r>
              <a:rPr lang="fr-FR" sz="900" i="1" dirty="0"/>
              <a:t> pour toute remarque de nature administrative ou technique</a:t>
            </a:r>
          </a:p>
          <a:p>
            <a:pPr marL="171450" indent="-171450" algn="just"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fr-FR" sz="900" i="1" u="sng" dirty="0"/>
              <a:t>Auditeur ou Rénovateur </a:t>
            </a:r>
            <a:r>
              <a:rPr lang="fr-FR" sz="900" i="1" dirty="0"/>
              <a:t>: pour toute remarque de nature technique</a:t>
            </a:r>
          </a:p>
          <a:p>
            <a:pPr marL="171450" indent="-171450" algn="just">
              <a:spcBef>
                <a:spcPts val="0"/>
              </a:spcBef>
              <a:spcAft>
                <a:spcPts val="300"/>
              </a:spcAft>
              <a:buFontTx/>
              <a:buChar char="-"/>
            </a:pPr>
            <a:r>
              <a:rPr lang="fr-FR" sz="900" i="1" u="sng" dirty="0"/>
              <a:t>Conseiller :</a:t>
            </a:r>
            <a:r>
              <a:rPr lang="fr-FR" sz="900" i="1" dirty="0"/>
              <a:t> pour toute remarque liée à la demande</a:t>
            </a:r>
          </a:p>
          <a:p>
            <a:pPr marL="171450" indent="-171450" algn="just">
              <a:spcBef>
                <a:spcPts val="0"/>
              </a:spcBef>
              <a:buFontTx/>
              <a:buChar char="-"/>
            </a:pPr>
            <a:r>
              <a:rPr lang="fr-FR" sz="900" i="1" u="sng" dirty="0"/>
              <a:t>Région Paiement </a:t>
            </a:r>
            <a:r>
              <a:rPr lang="fr-FR" sz="900" i="1" dirty="0"/>
              <a:t>: pour toute remarque liée à un dossier déjà passé en Commission Permanente (CP)</a:t>
            </a:r>
          </a:p>
          <a:p>
            <a:pPr marL="171450" indent="-171450" algn="just">
              <a:spcBef>
                <a:spcPts val="0"/>
              </a:spcBef>
              <a:spcAft>
                <a:spcPts val="600"/>
              </a:spcAft>
              <a:buFontTx/>
              <a:buChar char="-"/>
            </a:pPr>
            <a:endParaRPr lang="fr-FR" sz="900" i="1" dirty="0"/>
          </a:p>
          <a:p>
            <a:pPr marL="171450" indent="-171450" algn="just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b="1" dirty="0">
                <a:solidFill>
                  <a:schemeClr val="bg1"/>
                </a:solidFill>
              </a:rPr>
              <a:t>b</a:t>
            </a:r>
            <a:endParaRPr lang="fr-FR" sz="1000" b="1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161" y="3291857"/>
            <a:ext cx="144000" cy="13714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161" y="4054453"/>
            <a:ext cx="144000" cy="13070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161" y="4665602"/>
            <a:ext cx="144000" cy="137143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759" y="3702705"/>
            <a:ext cx="202804" cy="196262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5765996" y="3377516"/>
            <a:ext cx="1379837" cy="6469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Si l’icône est rouge,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un ou plusieurs commentaires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ont déjà été ajoutés</a:t>
            </a:r>
          </a:p>
        </p:txBody>
      </p:sp>
      <p:pic>
        <p:nvPicPr>
          <p:cNvPr id="17" name="Picture 2" descr="Dessin Animé, Icône, Ampoule, Symbole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996" y="3200709"/>
            <a:ext cx="360000" cy="38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eur droit 17"/>
          <p:cNvCxnSpPr/>
          <p:nvPr/>
        </p:nvCxnSpPr>
        <p:spPr>
          <a:xfrm flipH="1" flipV="1">
            <a:off x="7137106" y="3748679"/>
            <a:ext cx="906826" cy="394225"/>
          </a:xfrm>
          <a:prstGeom prst="line">
            <a:avLst/>
          </a:prstGeom>
          <a:ln>
            <a:solidFill>
              <a:srgbClr val="F59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4886231" y="5174513"/>
            <a:ext cx="2217881" cy="5788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>
            <a:defPPr>
              <a:defRPr lang="fr-FR"/>
            </a:defPPr>
            <a:lvl1pPr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charset="0"/>
              <a:cs typeface="Arial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cs typeface="Arial" charset="0"/>
              </a:rPr>
              <a:t>Module « Commentaire » : le message doit être précis et envoyé uniquement au(x) destinataire(s) concerné(s)</a:t>
            </a:r>
          </a:p>
        </p:txBody>
      </p:sp>
      <p:pic>
        <p:nvPicPr>
          <p:cNvPr id="20" name="Picture 2" descr="Résultat de recherche d'images pour &quot;attention&quot;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342" y="5003874"/>
            <a:ext cx="376410" cy="34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E5378A9-4C65-0428-3A43-39F79874AE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564624">
            <a:off x="7590240" y="1172294"/>
            <a:ext cx="957661" cy="98916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AC4547D7-59DB-782F-A16B-CAD8008887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2907" y="5089654"/>
            <a:ext cx="426757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697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30DDF7F-BD8B-F9F6-E3A7-6A4EC6587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692696"/>
            <a:ext cx="8288621" cy="4909583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La colonne « Statut » renseigne sur l’état d’avancement des dossiers.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L’icône   permet de connaître les éventuels motifs de blocage d’un dossier (incomplétude, non-conformité…).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En cas d’incomplétude, </a:t>
            </a:r>
            <a:r>
              <a:rPr lang="fr-FR" sz="1000" dirty="0"/>
              <a:t>le bénéficiaire reçoit un mail automatique lui indiquant le (ou les) document(s) manquant(s).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En cas de non-conformité, </a:t>
            </a:r>
            <a:r>
              <a:rPr lang="fr-FR" sz="1000" dirty="0"/>
              <a:t>le conseiller est la seule personne à en être informé par mail automatique. Il lui appartient donc de faire le nécessaire auprès du particulier pour y remédier ou d’envoyer un commentaire à Prestataire Instruction / Région Instruction pour apporter des précisions complémentaires. 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8D5D563-2DDB-5AE5-CECB-C7E7B602A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7007" y="3410309"/>
            <a:ext cx="205377" cy="234715"/>
          </a:xfrm>
          <a:prstGeom prst="rect">
            <a:avLst/>
          </a:prstGeom>
        </p:spPr>
      </p:pic>
      <p:pic>
        <p:nvPicPr>
          <p:cNvPr id="10" name="Picture 2" descr="http://www.cameleonproprete.com/files/fi5c-76pih5wq5ior-junzx.gif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50185" flipH="1" flipV="1">
            <a:off x="3091262" y="3036181"/>
            <a:ext cx="360000" cy="401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024B8574-3EE1-C7C3-61AC-90889C0DF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1544" y="1340768"/>
            <a:ext cx="1030313" cy="10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0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FBF73B6E-DB0A-F089-17FB-6DA20A6E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5" y="44623"/>
            <a:ext cx="8275062" cy="4534500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Pour consulter un dossier, je sélectionne </a:t>
            </a:r>
            <a:r>
              <a:rPr lang="fr-FR" sz="1000" b="1" dirty="0">
                <a:solidFill>
                  <a:srgbClr val="0070C0"/>
                </a:solidFill>
              </a:rPr>
              <a:t>le lien cliquable </a:t>
            </a:r>
            <a:r>
              <a:rPr lang="fr-FR" sz="1000" dirty="0"/>
              <a:t>correspondant à la thématique de celui-ci.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J’accède ensuite à différents onglets :</a:t>
            </a:r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Bénéficiaire : </a:t>
            </a:r>
            <a:r>
              <a:rPr lang="fr-FR" sz="1000" dirty="0"/>
              <a:t>Informations personnelles liées au bénéficiaire, notamment son adresse actuelle et ses coordonnées pour le contacter (c’est à cette adresse postale que sera envoyé le chèque éco-énergie).</a:t>
            </a:r>
          </a:p>
          <a:p>
            <a:pPr marL="216000" algn="just">
              <a:spcBef>
                <a:spcPts val="0"/>
              </a:spcBef>
              <a:spcAft>
                <a:spcPts val="400"/>
              </a:spcAft>
            </a:pPr>
            <a:endParaRPr lang="fr-FR" sz="600" dirty="0"/>
          </a:p>
          <a:p>
            <a:pPr marL="387450" indent="-171450" algn="just"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fr-FR" sz="1000" b="1" dirty="0"/>
              <a:t>Logement</a:t>
            </a:r>
            <a:r>
              <a:rPr lang="fr-FR" sz="1000" dirty="0"/>
              <a:t> </a:t>
            </a:r>
            <a:r>
              <a:rPr lang="fr-FR" sz="1000" b="1" dirty="0"/>
              <a:t>:</a:t>
            </a:r>
            <a:r>
              <a:rPr lang="fr-FR" sz="1000" dirty="0"/>
              <a:t> Informations liées à la maison à rénover.</a:t>
            </a:r>
          </a:p>
          <a:p>
            <a:pPr marL="216000" algn="just">
              <a:spcBef>
                <a:spcPts val="0"/>
              </a:spcBef>
              <a:spcAft>
                <a:spcPts val="400"/>
              </a:spcAft>
            </a:pPr>
            <a:endParaRPr lang="fr-FR" sz="1000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5CF2AC6-E3FC-7FBB-FD08-09DB83B64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9" y="1900971"/>
            <a:ext cx="426757" cy="3901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02E01C7-FDDE-73D8-E86E-F9855CE421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1" y="4591679"/>
            <a:ext cx="3820279" cy="222169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0FCF7F4-60FD-DFEC-6586-2C04A91804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432" y="4772198"/>
            <a:ext cx="951058" cy="93276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C633F44-4363-CE3D-B470-34BCF989B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3644" y="4772198"/>
            <a:ext cx="4191418" cy="208580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4A65A85-077B-64E3-332E-815C1FD54F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920" y="4841191"/>
            <a:ext cx="951058" cy="93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10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Autofit/>
          </a:bodyPr>
          <a:lstStyle/>
          <a:p>
            <a:pPr marL="216000" algn="just">
              <a:spcBef>
                <a:spcPts val="0"/>
              </a:spcBef>
              <a:spcAft>
                <a:spcPts val="400"/>
              </a:spcAft>
            </a:pPr>
            <a:endParaRPr lang="fr-FR" sz="600" dirty="0"/>
          </a:p>
          <a:p>
            <a:pPr marL="387450" marR="0" lvl="0" indent="-171450" algn="just" defTabSz="11254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Devis :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Accès aux justificatifs techniques (audit Région + devis), au type de chèque et au plan de financement.</a:t>
            </a:r>
          </a:p>
          <a:p>
            <a:pPr marL="216000" algn="just">
              <a:spcBef>
                <a:spcPts val="0"/>
              </a:spcBef>
              <a:spcAft>
                <a:spcPts val="400"/>
              </a:spcAft>
            </a:pPr>
            <a:r>
              <a:rPr lang="fr-FR" sz="1000" dirty="0"/>
              <a:t>     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0F600E-45AB-8852-86CF-F2FFAD234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525" y="0"/>
            <a:ext cx="7006691" cy="6809319"/>
          </a:xfrm>
          <a:prstGeom prst="rect">
            <a:avLst/>
          </a:prstGeom>
        </p:spPr>
      </p:pic>
      <p:pic>
        <p:nvPicPr>
          <p:cNvPr id="8" name="Picture 2" descr="http://www.cameleonproprete.com/files/fi5c-76pih5wq5ior-junzx.gif">
            <a:extLst>
              <a:ext uri="{FF2B5EF4-FFF2-40B4-BE49-F238E27FC236}">
                <a16:creationId xmlns:a16="http://schemas.microsoft.com/office/drawing/2014/main" id="{FA8BDEDC-D726-A10B-8270-6CB48DF25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60247" flipV="1">
            <a:off x="3295003" y="473437"/>
            <a:ext cx="646244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39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2 : </a:t>
            </a:r>
          </a:p>
          <a:p>
            <a:r>
              <a:rPr lang="fr-FR" sz="2000" dirty="0"/>
              <a:t>Consultation des dossiers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Autofit/>
          </a:bodyPr>
          <a:lstStyle/>
          <a:p>
            <a:pPr marL="387450" marR="0" lvl="0" indent="-171450" algn="just" defTabSz="11254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sz="1000" b="1" dirty="0"/>
              <a:t>Fiche technique : 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Accès aux informations techniques liées aux travaux de rénovation énergétique renseignées par l’auditeur.</a:t>
            </a:r>
          </a:p>
          <a:p>
            <a:pPr marL="387450" marR="0" lvl="0" indent="-171450" algn="just" defTabSz="11254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lang="fr-FR" sz="1000" b="1" dirty="0"/>
          </a:p>
          <a:p>
            <a:pPr marL="216000" algn="just">
              <a:spcBef>
                <a:spcPts val="0"/>
              </a:spcBef>
              <a:spcAft>
                <a:spcPts val="400"/>
              </a:spcAft>
            </a:pPr>
            <a:r>
              <a:rPr lang="fr-FR" sz="1000" i="1" dirty="0"/>
              <a:t>Cet onglet n’apparaît qu’après votre validation (cf. Instruction technique p 13).</a:t>
            </a:r>
          </a:p>
          <a:p>
            <a:pPr marL="216000" algn="just">
              <a:spcBef>
                <a:spcPts val="0"/>
              </a:spcBef>
              <a:spcAft>
                <a:spcPts val="400"/>
              </a:spcAft>
            </a:pPr>
            <a:endParaRPr lang="fr-FR" sz="1000" b="1" i="1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1286B01-84A7-D688-E92B-B220F3AA5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63" y="116632"/>
            <a:ext cx="7151274" cy="606062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DA84C06-A4C7-2034-19B9-9A6AF31F5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656" y="188640"/>
            <a:ext cx="951058" cy="92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68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3 :</a:t>
            </a:r>
          </a:p>
          <a:p>
            <a:r>
              <a:rPr lang="fr-FR" sz="2000" dirty="0"/>
              <a:t>Instruction technique 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043B6F6-E01A-085A-2E91-70D5282F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620688"/>
            <a:ext cx="4553585" cy="51125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8103454-FBD6-0AE9-4D60-3B2C77A14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632" y="2132856"/>
            <a:ext cx="426757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8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3 :</a:t>
            </a:r>
          </a:p>
          <a:p>
            <a:r>
              <a:rPr lang="fr-FR" sz="2000" dirty="0"/>
              <a:t>Instruction technique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651977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100" b="1" dirty="0"/>
              <a:t>    </a:t>
            </a:r>
            <a:r>
              <a:rPr lang="fr-FR" sz="1000" b="1" dirty="0"/>
              <a:t>permet de renseigner la fiche technique qui consiste à saisir le descriptif technique de la situation initiale, de la situation BBC et de la situation correspondant aux travaux mentionnés dans les devis.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      signifie que la fiche technique est entièrement complétée, aucune action ne m’est demandée mais il m’est toujours possible de la modifier.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100" b="1" dirty="0"/>
              <a:t>     </a:t>
            </a:r>
            <a:r>
              <a:rPr lang="fr-FR" sz="1000" b="1" dirty="0"/>
              <a:t>signifie que la fiche technique nécessite une intervention de ma part ou que je dois procéder à la validation finale de la demande.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necteur droit 12"/>
          <p:cNvCxnSpPr>
            <a:cxnSpLocks/>
          </p:cNvCxnSpPr>
          <p:nvPr/>
        </p:nvCxnSpPr>
        <p:spPr>
          <a:xfrm flipV="1">
            <a:off x="2440243" y="3591465"/>
            <a:ext cx="116177" cy="1"/>
          </a:xfrm>
          <a:prstGeom prst="line">
            <a:avLst/>
          </a:prstGeom>
          <a:ln>
            <a:solidFill>
              <a:srgbClr val="F59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304" y="3068946"/>
            <a:ext cx="144016" cy="13092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4F0EBB1-6DAA-933A-2713-15C0918F7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802" y="4237648"/>
            <a:ext cx="148982" cy="13092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FD859D6-9D87-5FDC-4948-614099851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315" y="5340887"/>
            <a:ext cx="144469" cy="1309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A767577-D0A3-891E-D666-6316F4A93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36" y="116632"/>
            <a:ext cx="8280920" cy="223224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BEE5E8A-08E2-024F-894D-B13AB5BCE1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112" y="1232756"/>
            <a:ext cx="518205" cy="53039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8423179-3D95-30C1-07DB-FA6BF60573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036" y="2015183"/>
            <a:ext cx="7585520" cy="422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40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9EBA20B-E137-960C-41C4-45A23263D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28" y="240822"/>
            <a:ext cx="8026034" cy="3134661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3 :</a:t>
            </a:r>
          </a:p>
          <a:p>
            <a:r>
              <a:rPr lang="fr-FR" sz="2000" dirty="0"/>
              <a:t>Instruction technique 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651977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Les champs marqués d’un astérisque (</a:t>
            </a:r>
            <a:r>
              <a:rPr lang="fr-FR" sz="1000" b="1" dirty="0">
                <a:solidFill>
                  <a:srgbClr val="FF0000"/>
                </a:solidFill>
              </a:rPr>
              <a:t>*</a:t>
            </a:r>
            <a:r>
              <a:rPr lang="fr-FR" sz="1000" b="1" dirty="0"/>
              <a:t>) doivent être renseignés pour pouvoir cliquer sur « Enregistrer saisie ».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000" b="1" dirty="0"/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Pour finaliser l’instruction technique, chacune des 3 colonnes doit être validée (bouton « </a:t>
            </a:r>
            <a:r>
              <a:rPr lang="fr-FR" sz="1000" b="1" dirty="0">
                <a:solidFill>
                  <a:srgbClr val="3AD02E"/>
                </a:solidFill>
              </a:rPr>
              <a:t>Oui </a:t>
            </a:r>
            <a:r>
              <a:rPr lang="fr-FR" sz="1000" b="1" dirty="0"/>
              <a:t>»).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</a:pPr>
            <a:endParaRPr lang="fr-FR" sz="1100" b="1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/>
          <p:cNvSpPr txBox="1"/>
          <p:nvPr/>
        </p:nvSpPr>
        <p:spPr>
          <a:xfrm>
            <a:off x="334895" y="1328737"/>
            <a:ext cx="1149134" cy="783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Je peux consulter l’audit initial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et les devis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des travaux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de rénovation</a:t>
            </a:r>
          </a:p>
        </p:txBody>
      </p:sp>
      <p:cxnSp>
        <p:nvCxnSpPr>
          <p:cNvPr id="13" name="Connecteur droit 12"/>
          <p:cNvCxnSpPr>
            <a:cxnSpLocks/>
          </p:cNvCxnSpPr>
          <p:nvPr/>
        </p:nvCxnSpPr>
        <p:spPr>
          <a:xfrm flipV="1">
            <a:off x="1421815" y="1072066"/>
            <a:ext cx="343958" cy="239730"/>
          </a:xfrm>
          <a:prstGeom prst="line">
            <a:avLst/>
          </a:prstGeom>
          <a:ln>
            <a:solidFill>
              <a:srgbClr val="F59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B28882B-48DF-AC77-48FD-317F4DEA79F4}"/>
              </a:ext>
            </a:extLst>
          </p:cNvPr>
          <p:cNvCxnSpPr>
            <a:cxnSpLocks/>
          </p:cNvCxnSpPr>
          <p:nvPr/>
        </p:nvCxnSpPr>
        <p:spPr>
          <a:xfrm flipV="1">
            <a:off x="1484029" y="1072066"/>
            <a:ext cx="5490216" cy="736086"/>
          </a:xfrm>
          <a:prstGeom prst="line">
            <a:avLst/>
          </a:prstGeom>
          <a:ln>
            <a:solidFill>
              <a:srgbClr val="F59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4D51060C-CAC2-509C-3199-AB2BFD3C0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560" y="1089789"/>
            <a:ext cx="365792" cy="37798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F0A84EEB-4AC5-1D06-1A90-198187244506}"/>
              </a:ext>
            </a:extLst>
          </p:cNvPr>
          <p:cNvSpPr txBox="1"/>
          <p:nvPr/>
        </p:nvSpPr>
        <p:spPr>
          <a:xfrm>
            <a:off x="6087232" y="5651433"/>
            <a:ext cx="1765195" cy="64698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Je peux enregistrer mes informations en cours de saisie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(à condition d’avoir renseigné les champs obligatoires)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4630C2D0-8121-7041-7BED-7EB9BC2C6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104" y="5407949"/>
            <a:ext cx="365792" cy="37798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1B8F849-F3DF-6CAA-3C02-8E8E681D06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608" y="4066274"/>
            <a:ext cx="518205" cy="53039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95C41E6-6C1A-E578-A005-C87175411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860" y="3892585"/>
            <a:ext cx="7779170" cy="147536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1199B76-CE75-50DD-E87E-589C852422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143" y="4448684"/>
            <a:ext cx="518205" cy="53039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FAD2B22-91D3-5430-7768-CBF76027A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0678" y="4448684"/>
            <a:ext cx="518205" cy="53039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A3E5523-3E5D-2D56-8EB8-E9AEC14CA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102" y="4451910"/>
            <a:ext cx="518205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87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4 :</a:t>
            </a:r>
          </a:p>
          <a:p>
            <a:r>
              <a:rPr lang="fr-FR" sz="2000" dirty="0"/>
              <a:t>Remboursement des aides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22993FC-3484-BF2B-587C-7D5E23313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332656"/>
            <a:ext cx="4553585" cy="51125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8103454-FBD6-0AE9-4D60-3B2C77A14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656" y="1958702"/>
            <a:ext cx="426757" cy="39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88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38" y="564983"/>
            <a:ext cx="8100000" cy="4892010"/>
          </a:xfrm>
          <a:prstGeom prst="rect">
            <a:avLst/>
          </a:prstGeom>
        </p:spPr>
      </p:pic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4 :</a:t>
            </a:r>
          </a:p>
          <a:p>
            <a:r>
              <a:rPr lang="fr-FR" sz="2000" dirty="0"/>
              <a:t>Remboursement des aides </a:t>
            </a:r>
          </a:p>
          <a:p>
            <a:r>
              <a:rPr lang="fr-FR" sz="2000" dirty="0"/>
              <a:t>Pour chèque Audit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4"/>
            <a:ext cx="3155768" cy="3342185"/>
          </a:xfrm>
        </p:spPr>
        <p:txBody>
          <a:bodyPr>
            <a:normAutofit/>
          </a:bodyPr>
          <a:lstStyle/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Cette rubrique permet d’accéder à l’instruction des remboursements des aides audit.</a:t>
            </a:r>
          </a:p>
          <a:p>
            <a:pPr algn="just" fontAlgn="base">
              <a:spcBef>
                <a:spcPts val="0"/>
              </a:spcBef>
              <a:spcAft>
                <a:spcPts val="1200"/>
              </a:spcAft>
            </a:pPr>
            <a:r>
              <a:rPr lang="fr-FR" sz="1000" dirty="0"/>
              <a:t>Je dois télécharger en cliquant sur           :   </a:t>
            </a:r>
          </a:p>
          <a:p>
            <a:pPr marL="171450" indent="-171450" algn="just" fontAlgn="base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dirty="0"/>
              <a:t>Le rapport d’audit</a:t>
            </a:r>
          </a:p>
          <a:p>
            <a:pPr marL="171450" indent="-171450" algn="just" fontAlgn="base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dirty="0"/>
              <a:t>Le chèque éco-énergie daté et signé par le bénéficiaire (recto / verso)</a:t>
            </a:r>
          </a:p>
          <a:p>
            <a:pPr marL="171450" indent="-171450" algn="just" fontAlgn="base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fr-FR" sz="1000" dirty="0"/>
              <a:t>La facture</a:t>
            </a:r>
          </a:p>
          <a:p>
            <a:pPr algn="just" fontAlgn="base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</a:pPr>
            <a:endParaRPr lang="fr-FR" sz="1000" dirty="0"/>
          </a:p>
          <a:p>
            <a:pPr algn="just" fontAlgn="base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</a:pPr>
            <a:r>
              <a:rPr lang="fr-FR" sz="1000" dirty="0"/>
              <a:t>        signifie que tous les documents ont été téléchargés.</a:t>
            </a:r>
          </a:p>
          <a:p>
            <a:pPr algn="just" fontAlgn="base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</a:pPr>
            <a:r>
              <a:rPr lang="fr-FR" sz="1000" dirty="0"/>
              <a:t>       signifie qu’il manque encore un ou plusieurs documents.</a:t>
            </a:r>
          </a:p>
          <a:p>
            <a:pPr algn="just" fontAlgn="base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</a:pPr>
            <a:endParaRPr lang="fr-FR" sz="1000" dirty="0"/>
          </a:p>
          <a:p>
            <a:pPr algn="just" fontAlgn="base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</a:pPr>
            <a:endParaRPr lang="fr-FR" sz="1000" dirty="0"/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9842" y="2745255"/>
            <a:ext cx="612000" cy="26316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6"/>
          <a:srcRect r="1605"/>
          <a:stretch/>
        </p:blipFill>
        <p:spPr>
          <a:xfrm>
            <a:off x="2279577" y="3039928"/>
            <a:ext cx="4896544" cy="25202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5183" y="3429000"/>
            <a:ext cx="268625" cy="21825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8"/>
          <a:srcRect l="3213" t="2592" b="43239"/>
          <a:stretch/>
        </p:blipFill>
        <p:spPr>
          <a:xfrm>
            <a:off x="2279575" y="4329231"/>
            <a:ext cx="4896545" cy="234012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47DE750-5BED-577E-146B-DEA44EDAFC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0477" y="5013177"/>
            <a:ext cx="268247" cy="29420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AA2A37D-4775-3FD3-8371-AE8C866E91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94" y="2772045"/>
            <a:ext cx="426757" cy="39017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18E1986-7AC0-38AB-BABF-AB4E545C06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0263" y="5627501"/>
            <a:ext cx="268247" cy="21337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166032A-A387-F6E0-9CE1-41C84673C4B0}"/>
              </a:ext>
            </a:extLst>
          </p:cNvPr>
          <p:cNvSpPr txBox="1"/>
          <p:nvPr/>
        </p:nvSpPr>
        <p:spPr>
          <a:xfrm>
            <a:off x="5595287" y="3514011"/>
            <a:ext cx="1405044" cy="919401"/>
          </a:xfrm>
          <a:prstGeom prst="roundRect">
            <a:avLst/>
          </a:prstGeom>
          <a:solidFill>
            <a:srgbClr val="F79646">
              <a:lumMod val="20000"/>
              <a:lumOff val="80000"/>
            </a:srgbClr>
          </a:solidFill>
          <a:ln w="6350" cap="flat" cmpd="sng" algn="ctr">
            <a:solidFill>
              <a:srgbClr val="F59100"/>
            </a:solidFill>
            <a:prstDash val="solid"/>
          </a:ln>
          <a:effectLst/>
        </p:spPr>
        <p:txBody>
          <a:bodyPr wrap="square" lIns="36000" rIns="3600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Je peux consulter le cahier des charges régional en cliquant </a:t>
            </a: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  <a:hlinkClick r:id="rId12"/>
              </a:rPr>
              <a:t>ici</a:t>
            </a: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fr-FR" sz="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et m’appuyer sur cette grille d’analyse (</a:t>
            </a:r>
            <a:r>
              <a:rPr kumimoji="0" lang="fr-FR" sz="800" b="0" i="0" u="sng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  <a:hlinkClick r:id="rId13"/>
              </a:rPr>
              <a:t>ici</a:t>
            </a:r>
            <a:r>
              <a:rPr kumimoji="0" lang="fr-FR" sz="800" b="0" i="0" u="sng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800" b="0" i="0" u="none" strike="noStrike" kern="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3" name="Picture 2" descr="Dessin Animé, Icône, Ampoule, Symbole">
            <a:extLst>
              <a:ext uri="{FF2B5EF4-FFF2-40B4-BE49-F238E27FC236}">
                <a16:creationId xmlns:a16="http://schemas.microsoft.com/office/drawing/2014/main" id="{61FDFA74-EA6F-4AF3-FBD4-2B3D46549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duotone>
              <a:srgbClr val="F7964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287" y="3272374"/>
            <a:ext cx="360000" cy="38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558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fr-FR" b="0" dirty="0"/>
              <a:t>Etape 4 :</a:t>
            </a:r>
          </a:p>
          <a:p>
            <a:r>
              <a:rPr lang="fr-FR" sz="2000" dirty="0"/>
              <a:t>Remboursement des aides  </a:t>
            </a:r>
          </a:p>
          <a:p>
            <a:r>
              <a:rPr lang="fr-FR" sz="2000" dirty="0"/>
              <a:t>Pour chèque Travaux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5"/>
          </p:nvPr>
        </p:nvSpPr>
        <p:spPr>
          <a:xfrm>
            <a:off x="8760296" y="2967133"/>
            <a:ext cx="3155768" cy="3342187"/>
          </a:xfrm>
        </p:spPr>
        <p:txBody>
          <a:bodyPr>
            <a:normAutofit/>
          </a:bodyPr>
          <a:lstStyle/>
          <a:p>
            <a:pPr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 sz="1000" i="1" dirty="0"/>
              <a:t>Pour les fins de chantier, le rénovateur BBC doit fournir à la Région :</a:t>
            </a:r>
          </a:p>
          <a:p>
            <a:pPr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 sz="1000" i="1" dirty="0"/>
              <a:t>    - le rapport du test d’infiltrométrie</a:t>
            </a:r>
          </a:p>
          <a:p>
            <a:pPr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 sz="1000" i="1" dirty="0"/>
              <a:t>    - le rapport du contrôle de la ventilation</a:t>
            </a:r>
          </a:p>
          <a:p>
            <a:pPr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 sz="1000" b="1" i="1" dirty="0"/>
              <a:t>    </a:t>
            </a:r>
            <a:r>
              <a:rPr lang="fr-FR" sz="1000" b="1" i="1" u="sng" dirty="0"/>
              <a:t>- le rapport d’audit mis à jour après travaux</a:t>
            </a:r>
          </a:p>
          <a:p>
            <a:pPr marL="571500" indent="-571500"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Tx/>
              <a:buChar char="-"/>
            </a:pPr>
            <a:endParaRPr lang="fr-FR" sz="1000" dirty="0"/>
          </a:p>
          <a:p>
            <a:pPr algn="just" fontAlgn="base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fr-FR" sz="1000" b="1" dirty="0"/>
              <a:t>Par conséquent, à la demande du rénovateur BBC, je lui fournis le rapport d’audit mis à jour prenant en compte les résultats du test d’infiltrométrie </a:t>
            </a:r>
            <a:r>
              <a:rPr lang="fr-FR" sz="1000" dirty="0"/>
              <a:t>(qu’il vous aura fourni au préalable).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3BFCE95-E1AB-DB9E-E16A-E4718FF71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2" y="1159565"/>
            <a:ext cx="8353446" cy="478613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348192D-FDC0-0152-1A85-376EE3F329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5826198"/>
            <a:ext cx="426757" cy="39017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1D12BF7-1620-3F6E-A1E5-67BA04A3B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21" y="5584570"/>
            <a:ext cx="2181529" cy="42868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9E651C61-795F-68A4-673C-47E89B891C1F}"/>
              </a:ext>
            </a:extLst>
          </p:cNvPr>
          <p:cNvSpPr txBox="1"/>
          <p:nvPr/>
        </p:nvSpPr>
        <p:spPr>
          <a:xfrm>
            <a:off x="3115406" y="582420"/>
            <a:ext cx="2164617" cy="3064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ECRAN RENOVATEUR BBC</a:t>
            </a:r>
          </a:p>
        </p:txBody>
      </p:sp>
      <p:pic>
        <p:nvPicPr>
          <p:cNvPr id="19" name="Picture 2" descr="Résultat de recherche d'images pour &quot;attention&quot;">
            <a:extLst>
              <a:ext uri="{FF2B5EF4-FFF2-40B4-BE49-F238E27FC236}">
                <a16:creationId xmlns:a16="http://schemas.microsoft.com/office/drawing/2014/main" id="{BDB30B24-2486-D10E-2C88-6CBF269F6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194529"/>
            <a:ext cx="504056" cy="45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408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texte 31"/>
          <p:cNvSpPr>
            <a:spLocks noGrp="1"/>
          </p:cNvSpPr>
          <p:nvPr>
            <p:ph type="body" sz="quarter" idx="13"/>
          </p:nvPr>
        </p:nvSpPr>
        <p:spPr>
          <a:xfrm>
            <a:off x="8760296" y="764704"/>
            <a:ext cx="3312368" cy="1904012"/>
          </a:xfrm>
        </p:spPr>
        <p:txBody>
          <a:bodyPr>
            <a:normAutofit/>
          </a:bodyPr>
          <a:lstStyle/>
          <a:p>
            <a:endParaRPr lang="fr-FR" b="0" dirty="0"/>
          </a:p>
          <a:p>
            <a:r>
              <a:rPr lang="fr-FR" sz="2000" dirty="0"/>
              <a:t>Contacts utiles</a:t>
            </a:r>
          </a:p>
        </p:txBody>
      </p:sp>
      <p:pic>
        <p:nvPicPr>
          <p:cNvPr id="3074" name="Picture 2" descr="https://cheque-eco-energie-normandie.up-gestion.com/sites/all/modules/custom/block_sub_header_image/images/front_header_logo_ec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2683" y="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DEB7AFF8-53D3-131B-7E16-FBF0C9C5C7DB}"/>
              </a:ext>
            </a:extLst>
          </p:cNvPr>
          <p:cNvGrpSpPr/>
          <p:nvPr/>
        </p:nvGrpSpPr>
        <p:grpSpPr>
          <a:xfrm>
            <a:off x="258975" y="378412"/>
            <a:ext cx="6877105" cy="5244613"/>
            <a:chOff x="2878967" y="4813604"/>
            <a:chExt cx="2855309" cy="2992966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E83A13C1-FA98-BB51-D8E1-EA0F2DA24117}"/>
                </a:ext>
              </a:extLst>
            </p:cNvPr>
            <p:cNvSpPr txBox="1"/>
            <p:nvPr/>
          </p:nvSpPr>
          <p:spPr>
            <a:xfrm>
              <a:off x="3028452" y="4901407"/>
              <a:ext cx="2705824" cy="2905163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rgbClr val="F591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36000" rIns="3600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Anne-Gaëlle CARO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gestion globale du dispositif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4"/>
                </a:rPr>
                <a:t>anne-gaelle.caro@normandie.fr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02 31 15 13 68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Fanny CALVEZ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suivi administratif des dossiers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5"/>
                </a:rPr>
                <a:t>fanny.calvez@normandie.fr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02 31 15 81 73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Aurélie COGNARD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suivi technique des dossiers / plan de financement (écrêtement) 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6"/>
                </a:rPr>
                <a:t>aurelie.cognard@normandie.fr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02 31 06 89 05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Aurélien DUJARDIN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orientation conseiller / paiement / conventionnement / accès plateforme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7"/>
                </a:rPr>
                <a:t>aurelien.dujardin@normandie.fr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02 31 06 78 81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Alexandra BENARD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communication / organisation des salons 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8"/>
                </a:rPr>
                <a:t>a</a:t>
              </a:r>
              <a:r>
                <a:rPr kumimoji="0" lang="sv-S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8"/>
                </a:rPr>
                <a:t>lexandra.benard@normandie.fr</a:t>
              </a:r>
              <a:r>
                <a:rPr kumimoji="0" lang="sv-SE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02 31 06 96 79</a:t>
              </a:r>
              <a:endPara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Eric ZIMOLONG : 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animation du réseau / prospection et accompagnement des candidats au conventionnement « auditeur » et « rénovateur BBC »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9"/>
                </a:rPr>
                <a:t>eric.zimolong@laposte.net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06 50 28 97 75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Charlotte BEL : </a:t>
              </a:r>
              <a:r>
                <a: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expertise technique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  <a:hlinkClick r:id="rId10"/>
                </a:rPr>
                <a:t>charlotte.bel@pouget-consultants.fr</a:t>
              </a:r>
              <a:r>
                <a:rPr kumimoji="0" lang="fr-F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 01 42 59 53 64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pic>
          <p:nvPicPr>
            <p:cNvPr id="18" name="Picture 2" descr="Dessin Animé, Icône, Ampoule, Symbole">
              <a:extLst>
                <a:ext uri="{FF2B5EF4-FFF2-40B4-BE49-F238E27FC236}">
                  <a16:creationId xmlns:a16="http://schemas.microsoft.com/office/drawing/2014/main" id="{0A53CEE6-F1FF-2C92-52EB-4B93ED0722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8967" y="4813604"/>
              <a:ext cx="360000" cy="380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1ED7FCB8-26C1-BD64-1DA5-91D6D378AF1A}"/>
              </a:ext>
            </a:extLst>
          </p:cNvPr>
          <p:cNvSpPr txBox="1"/>
          <p:nvPr/>
        </p:nvSpPr>
        <p:spPr>
          <a:xfrm>
            <a:off x="4241962" y="5347703"/>
            <a:ext cx="4104455" cy="12939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F59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6000" r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Ces contacts sont à destination du réseau Chèque éco-énergie Normandie,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sng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ils ne sont en aucun cas à transmettre aux bénéficiaires 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(sauf question relative à un paiement)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B131A336-49EE-C700-F7DF-8E55062E81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2494" y="5112875"/>
            <a:ext cx="778935" cy="71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02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ADE4959C-4AD5-52EB-6E4B-0C7509B03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07886" cy="260788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B83853C-A791-37B8-7E75-93F1022DF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179" y="6381328"/>
            <a:ext cx="4469810" cy="47667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660DE4B-0B0E-0801-800A-1DA29A24F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856" y="3226507"/>
            <a:ext cx="543001" cy="49536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C5EFEFA-7AEB-7DAF-692F-02DA989F1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824" y="4437112"/>
            <a:ext cx="2520280" cy="1657386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8D142BA-D89F-8ABD-321F-8450FD77D6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3432" y="2708920"/>
            <a:ext cx="8280920" cy="1657386"/>
          </a:xfrm>
        </p:spPr>
        <p:txBody>
          <a:bodyPr/>
          <a:lstStyle/>
          <a:p>
            <a:r>
              <a:rPr lang="fr-FR" sz="2800" dirty="0">
                <a:ln>
                  <a:solidFill>
                    <a:schemeClr val="bg1"/>
                  </a:solidFill>
                </a:ln>
              </a:rPr>
              <a:t>L’équipe Chèque éco-énergie Normandie        est à votre disposition pour vous accompagner dans l’avancement de vos dossiers !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0038108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900" b="0" i="0" kern="1200" dirty="0">
            <a:solidFill>
              <a:schemeClr val="bg1">
                <a:lumMod val="50000"/>
              </a:schemeClr>
            </a:solidFill>
            <a:effectLst/>
            <a:latin typeface="Arial" charset="0"/>
            <a:ea typeface="Arial" charset="0"/>
            <a:cs typeface="Arial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D4714DAE131F48876CFEB98469CACB" ma:contentTypeVersion="16" ma:contentTypeDescription="Crée un document." ma:contentTypeScope="" ma:versionID="77c7072bbe101342b2540bfaca869053">
  <xsd:schema xmlns:xsd="http://www.w3.org/2001/XMLSchema" xmlns:xs="http://www.w3.org/2001/XMLSchema" xmlns:p="http://schemas.microsoft.com/office/2006/metadata/properties" xmlns:ns2="e2d3e82e-1092-4e05-8af9-5d0ccdd7580e" xmlns:ns3="06d6a83b-c10d-49e1-a387-a81cee42db13" targetNamespace="http://schemas.microsoft.com/office/2006/metadata/properties" ma:root="true" ma:fieldsID="dc1de7b4f0d66e27870c183a02cd0422" ns2:_="" ns3:_="">
    <xsd:import namespace="e2d3e82e-1092-4e05-8af9-5d0ccdd7580e"/>
    <xsd:import namespace="06d6a83b-c10d-49e1-a387-a81cee42db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d3e82e-1092-4e05-8af9-5d0ccdd758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29b3d0e0-78a7-479d-a466-612b317c2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d6a83b-c10d-49e1-a387-a81cee42db1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67ef78b-1e2d-407c-ae9e-03f91f8dfaf1}" ma:internalName="TaxCatchAll" ma:showField="CatchAllData" ma:web="06d6a83b-c10d-49e1-a387-a81cee42db1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d3e82e-1092-4e05-8af9-5d0ccdd7580e">
      <Terms xmlns="http://schemas.microsoft.com/office/infopath/2007/PartnerControls"/>
    </lcf76f155ced4ddcb4097134ff3c332f>
    <TaxCatchAll xmlns="06d6a83b-c10d-49e1-a387-a81cee42db13" xsi:nil="true"/>
  </documentManagement>
</p:properties>
</file>

<file path=customXml/itemProps1.xml><?xml version="1.0" encoding="utf-8"?>
<ds:datastoreItem xmlns:ds="http://schemas.openxmlformats.org/officeDocument/2006/customXml" ds:itemID="{E5F3464C-072C-4EA0-A3A2-BCBD977E68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d3e82e-1092-4e05-8af9-5d0ccdd7580e"/>
    <ds:schemaRef ds:uri="06d6a83b-c10d-49e1-a387-a81cee42db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8A3862-4B5C-4CBC-B9EB-6E4DD9E07A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3F6DB4-D1D5-49FF-B315-6CE5454244D4}">
  <ds:schemaRefs>
    <ds:schemaRef ds:uri="http://www.w3.org/XML/1998/namespace"/>
    <ds:schemaRef ds:uri="http://purl.org/dc/elements/1.1/"/>
    <ds:schemaRef ds:uri="http://schemas.microsoft.com/office/2006/documentManagement/types"/>
    <ds:schemaRef ds:uri="e2d3e82e-1092-4e05-8af9-5d0ccdd7580e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06d6a83b-c10d-49e1-a387-a81cee42db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5285</TotalTime>
  <Words>1251</Words>
  <Application>Microsoft Office PowerPoint</Application>
  <PresentationFormat>Grand écran</PresentationFormat>
  <Paragraphs>177</Paragraphs>
  <Slides>20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Calibri</vt:lpstr>
      <vt:lpstr>Trebuchet MS</vt:lpstr>
      <vt:lpstr>Wingdings</vt:lpstr>
      <vt:lpstr>Wingdings 3</vt:lpstr>
      <vt:lpstr>Facette</vt:lpstr>
      <vt:lpstr>1_Thème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Pierre Bourseiller</dc:creator>
  <cp:lastModifiedBy>Nahed BENSALEM (EXT)</cp:lastModifiedBy>
  <cp:revision>351</cp:revision>
  <cp:lastPrinted>2025-03-20T13:18:07Z</cp:lastPrinted>
  <dcterms:created xsi:type="dcterms:W3CDTF">2013-11-07T15:26:23Z</dcterms:created>
  <dcterms:modified xsi:type="dcterms:W3CDTF">2025-09-18T12:11:13Z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0x01010004D4714DAE131F48876CFEB98469CACB</vt:lpwstr>
  </property>
  <property fmtid="{D5CDD505-2E9C-101B-9397-08002B2CF9AE}" pid="3" name="IsMyDocuments">
    <vt:bool>true</vt:bool>
  </property>
</Properties>
</file>